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1c19b2ea644242" /><Relationship Type="http://schemas.openxmlformats.org/officeDocument/2006/relationships/extended-properties" Target="/docProps/app.xml" Id="R8e8875d73cb24ff6" /><Relationship Type="http://schemas.openxmlformats.org/officeDocument/2006/relationships/officeDocument" Target="/ppt/presentation.xml" Id="R4cb92b7309954b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fce4a1e408432e"/>
  </p:sldMasterIdLst>
  <p:notesMasterIdLst>
    <p:notesMasterId xmlns:r="http://schemas.openxmlformats.org/officeDocument/2006/relationships" r:id="R91a2c50535d84465"/>
  </p:notesMasterIdLst>
  <p:sldIdLst>
    <p:sldId xmlns:r="http://schemas.openxmlformats.org/officeDocument/2006/relationships" id="256" r:id="R21ade3909ca34917"/>
    <p:sldId xmlns:r="http://schemas.openxmlformats.org/officeDocument/2006/relationships" id="257" r:id="Rb73c15e4f8744a5d"/>
    <p:sldId xmlns:r="http://schemas.openxmlformats.org/officeDocument/2006/relationships" id="258" r:id="R9e7c504c1da6409d"/>
    <p:sldId xmlns:r="http://schemas.openxmlformats.org/officeDocument/2006/relationships" id="259" r:id="Ra004e56917fb4b61"/>
    <p:sldId xmlns:r="http://schemas.openxmlformats.org/officeDocument/2006/relationships" id="260" r:id="R074d169742344bce"/>
    <p:sldId xmlns:r="http://schemas.openxmlformats.org/officeDocument/2006/relationships" id="261" r:id="R4d2c7516d9d4467c"/>
    <p:sldId xmlns:r="http://schemas.openxmlformats.org/officeDocument/2006/relationships" id="262" r:id="Rfbe9b8a4ac354198"/>
    <p:sldId xmlns:r="http://schemas.openxmlformats.org/officeDocument/2006/relationships" id="263" r:id="R7715bec204e04ef7"/>
    <p:sldId xmlns:r="http://schemas.openxmlformats.org/officeDocument/2006/relationships" id="264" r:id="R1821ebc480df46e4"/>
    <p:sldId xmlns:r="http://schemas.openxmlformats.org/officeDocument/2006/relationships" id="265" r:id="R456518b8ae2c4d28"/>
    <p:sldId xmlns:r="http://schemas.openxmlformats.org/officeDocument/2006/relationships" id="266" r:id="R110bc52ce5344577"/>
    <p:sldId xmlns:r="http://schemas.openxmlformats.org/officeDocument/2006/relationships" id="267" r:id="Rc6a35ea7f7224b9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3b78542d7348ad" /><Relationship Type="http://schemas.openxmlformats.org/officeDocument/2006/relationships/slideMaster" Target="/ppt/slideMasters/slideMaster1.xml" Id="R99fce4a1e408432e" /><Relationship Type="http://schemas.openxmlformats.org/officeDocument/2006/relationships/notesMaster" Target="/ppt/notesMasters/notesMaster1.xml" Id="R91a2c50535d84465" /><Relationship Type="http://schemas.openxmlformats.org/officeDocument/2006/relationships/presProps" Target="/ppt/presProps.xml" Id="R585f0207ff184183" /><Relationship Type="http://schemas.openxmlformats.org/officeDocument/2006/relationships/viewProps" Target="/ppt/viewProps.xml" Id="Rc2fba3e37ea448f8" /><Relationship Type="http://schemas.openxmlformats.org/officeDocument/2006/relationships/tableStyles" Target="/ppt/tableStyles.xml" Id="R065d93c5c0d74d01" /><Relationship Type="http://schemas.openxmlformats.org/officeDocument/2006/relationships/slide" Target="/ppt/slides/slide1.xml" Id="R21ade3909ca34917" /><Relationship Type="http://schemas.openxmlformats.org/officeDocument/2006/relationships/slide" Target="/ppt/slides/slide2.xml" Id="Rb73c15e4f8744a5d" /><Relationship Type="http://schemas.openxmlformats.org/officeDocument/2006/relationships/slide" Target="/ppt/slides/slide3.xml" Id="R9e7c504c1da6409d" /><Relationship Type="http://schemas.openxmlformats.org/officeDocument/2006/relationships/slide" Target="/ppt/slides/slide4.xml" Id="Ra004e56917fb4b61" /><Relationship Type="http://schemas.openxmlformats.org/officeDocument/2006/relationships/slide" Target="/ppt/slides/slide5.xml" Id="R074d169742344bce" /><Relationship Type="http://schemas.openxmlformats.org/officeDocument/2006/relationships/slide" Target="/ppt/slides/slide6.xml" Id="R4d2c7516d9d4467c" /><Relationship Type="http://schemas.openxmlformats.org/officeDocument/2006/relationships/slide" Target="/ppt/slides/slide7.xml" Id="Rfbe9b8a4ac354198" /><Relationship Type="http://schemas.openxmlformats.org/officeDocument/2006/relationships/slide" Target="/ppt/slides/slide8.xml" Id="R7715bec204e04ef7" /><Relationship Type="http://schemas.openxmlformats.org/officeDocument/2006/relationships/slide" Target="/ppt/slides/slide9.xml" Id="R1821ebc480df46e4" /><Relationship Type="http://schemas.openxmlformats.org/officeDocument/2006/relationships/slide" Target="/ppt/slides/slide10.xml" Id="R456518b8ae2c4d28" /><Relationship Type="http://schemas.openxmlformats.org/officeDocument/2006/relationships/slide" Target="/ppt/slides/slide11.xml" Id="R110bc52ce5344577" /><Relationship Type="http://schemas.openxmlformats.org/officeDocument/2006/relationships/slide" Target="/ppt/slides/slide12.xml" Id="Rc6a35ea7f7224b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10e8f4397340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0e586258574b4b" /><Relationship Type="http://schemas.openxmlformats.org/officeDocument/2006/relationships/notesMaster" Target="/ppt/notesMasters/notesMaster1.xml" Id="Re42db2f0b31342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57c6d143a64d59" /><Relationship Type="http://schemas.openxmlformats.org/officeDocument/2006/relationships/notesMaster" Target="/ppt/notesMasters/notesMaster1.xml" Id="R2da3403a028c44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9e12a86d544d7f" /><Relationship Type="http://schemas.openxmlformats.org/officeDocument/2006/relationships/notesMaster" Target="/ppt/notesMasters/notesMaster1.xml" Id="R5b37d39a662449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99082797f84e9b" /><Relationship Type="http://schemas.openxmlformats.org/officeDocument/2006/relationships/notesMaster" Target="/ppt/notesMasters/notesMaster1.xml" Id="R82fea7b8a8cf40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bac4b55ca4438c" /><Relationship Type="http://schemas.openxmlformats.org/officeDocument/2006/relationships/notesMaster" Target="/ppt/notesMasters/notesMaster1.xml" Id="Rd52b4f9d17b244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85732e9d8249dd" /><Relationship Type="http://schemas.openxmlformats.org/officeDocument/2006/relationships/notesMaster" Target="/ppt/notesMasters/notesMaster1.xml" Id="Ra267e36decc441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3465333fab418d" /><Relationship Type="http://schemas.openxmlformats.org/officeDocument/2006/relationships/notesMaster" Target="/ppt/notesMasters/notesMaster1.xml" Id="Rce45dafb5f7544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984d4fb8b340dc" /><Relationship Type="http://schemas.openxmlformats.org/officeDocument/2006/relationships/notesMaster" Target="/ppt/notesMasters/notesMaster1.xml" Id="R30c0ac013f8e4b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d4415da744408e" /><Relationship Type="http://schemas.openxmlformats.org/officeDocument/2006/relationships/notesMaster" Target="/ppt/notesMasters/notesMaster1.xml" Id="R7b432517c1494f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35366f352a4c27" /><Relationship Type="http://schemas.openxmlformats.org/officeDocument/2006/relationships/notesMaster" Target="/ppt/notesMasters/notesMaster1.xml" Id="Rb077898394bf480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24ec29db10400e" /><Relationship Type="http://schemas.openxmlformats.org/officeDocument/2006/relationships/notesMaster" Target="/ppt/notesMasters/notesMaster1.xml" Id="R71bca9d3c9f640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3040d5e8f84bae" /><Relationship Type="http://schemas.openxmlformats.org/officeDocument/2006/relationships/notesMaster" Target="/ppt/notesMasters/notesMaster1.xml" Id="Rf034b89aa8854a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experiments/registry.json (EXP-000—EXP-039)</a:t>
            </a:r>
            <a:endParaRPr/>
          </a:p>
          <a:p xmlns:a="http://schemas.openxmlformats.org/drawingml/2006/main">
            <a:r>
              <a:t>- docs/AI_NATIVE_RND_PLAN.md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lidar_geometry/ros2_mvp_node.py</a:t>
            </a:r>
          </a:p>
          <a:p xmlns:a="http://schemas.openxmlformats.org/drawingml/2006/main">
            <a:r>
              <a:t>- lidar_geometry/domain_guard.py</a:t>
            </a:r>
          </a:p>
          <a:p xmlns:a="http://schemas.openxmlformats.org/drawingml/2006/main">
            <a:r>
              <a:t>- experiments/registry.json (EXP-005, EXP-014, EXP-034, EXP-036)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lidar_geometry/models/risk_model.json</a:t>
            </a:r>
          </a:p>
          <a:p xmlns:a="http://schemas.openxmlformats.org/drawingml/2006/main">
            <a:r>
              <a:t>- lidar_geometry/artifacts/domain_gated_fusion.json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lidar_geometry/fast_detector.py</a:t>
            </a:r>
          </a:p>
          <a:p xmlns:a="http://schemas.openxmlformats.org/drawingml/2006/main">
            <a:r>
              <a:t>- lidar_geometry/domain_guard.py</a:t>
            </a:r>
          </a:p>
          <a:p xmlns:a="http://schemas.openxmlformats.org/drawingml/2006/main">
            <a:r>
              <a:t>- lidar_geometry/temporal.py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lidar_geometry/artifacts/domain_gated_fusion.json</a:t>
            </a:r>
          </a:p>
          <a:p xmlns:a="http://schemas.openxmlformats.org/drawingml/2006/main">
            <a:r>
              <a:t>- lidar_geometry/artifacts/route_memory_evaluation.json</a:t>
            </a:r>
          </a:p>
          <a:p xmlns:a="http://schemas.openxmlformats.org/drawingml/2006/main">
            <a:r>
              <a:t>- lidar_geometry/artifacts/domain_guard_official_runtime.json</a:t>
            </a:r>
          </a:p>
          <a:p xmlns:a="http://schemas.openxmlformats.org/drawingml/2006/main">
            <a:r>
              <a:t>- experiments/registry.json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docs/CURRENT_FINDINGS.md</a:t>
            </a:r>
          </a:p>
          <a:p xmlns:a="http://schemas.openxmlformats.org/drawingml/2006/main">
            <a:r>
              <a:t>- lidar_geometry/artifacts/ros2_container_sustained_100.json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f9036118b24df0" /><Relationship Type="http://schemas.openxmlformats.org/officeDocument/2006/relationships/image" Target="/ppt/media/image2.png" Id="Rfb59e67ad71c49d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549e65020249e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dbcb194bc14d7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4e22661c5b4c8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00bdcf8cf4c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23981afd6944b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cfc8980f68460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9b549332254a6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38bc03dd0a4f2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7cdea1021a495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86e910b8754d0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d897a725547ec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4c941e4b174ebc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98ac0ee936492a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1b41cd6b6047a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9e3236bea54cb6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780eeaadb341d5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0494ee12194847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403ac1fdc0481c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c7ce47aa4d44a6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3592ffe8134d07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4bfa58b40642b7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ebcfc6dc484569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fb59e67ad71c49d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20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4b73be42568c4039" /><Relationship Type="http://schemas.openxmlformats.org/officeDocument/2006/relationships/theme" Target="/ppt/slideMasters/theme/theme2.xml" Id="Rb7d0ef114ed5439c" /><Relationship Type="http://schemas.openxmlformats.org/officeDocument/2006/relationships/slideLayout" Target="/ppt/slideLayouts/slideLayout1.xml" Id="R97a103df53e44d50" /><Relationship Type="http://schemas.openxmlformats.org/officeDocument/2006/relationships/slideLayout" Target="/ppt/slideLayouts/slideLayout2.xml" Id="R2365d66f56bc44b8" /><Relationship Type="http://schemas.openxmlformats.org/officeDocument/2006/relationships/slideLayout" Target="/ppt/slideLayouts/slideLayout3.xml" Id="Rd16f52d66b9b428a" /><Relationship Type="http://schemas.openxmlformats.org/officeDocument/2006/relationships/slideLayout" Target="/ppt/slideLayouts/slideLayout4.xml" Id="R8457e15b364c4a44" /><Relationship Type="http://schemas.openxmlformats.org/officeDocument/2006/relationships/slideLayout" Target="/ppt/slideLayouts/slideLayout5.xml" Id="Raf88b25986654e09" /><Relationship Type="http://schemas.openxmlformats.org/officeDocument/2006/relationships/slideLayout" Target="/ppt/slideLayouts/slideLayout6.xml" Id="R82901df15ae041ea" /><Relationship Type="http://schemas.openxmlformats.org/officeDocument/2006/relationships/slideLayout" Target="/ppt/slideLayouts/slideLayout7.xml" Id="R44060a58a71e49fe" /><Relationship Type="http://schemas.openxmlformats.org/officeDocument/2006/relationships/slideLayout" Target="/ppt/slideLayouts/slideLayout8.xml" Id="Rc4280591920c49c9" /><Relationship Type="http://schemas.openxmlformats.org/officeDocument/2006/relationships/slideLayout" Target="/ppt/slideLayouts/slideLayout9.xml" Id="Rcc0673aed7664ad9" /><Relationship Type="http://schemas.openxmlformats.org/officeDocument/2006/relationships/slideLayout" Target="/ppt/slideLayouts/slideLayout10.xml" Id="Radb4784a943e4e56" /><Relationship Type="http://schemas.openxmlformats.org/officeDocument/2006/relationships/slideLayout" Target="/ppt/slideLayouts/slideLayout11.xml" Id="Rc4c9e101fbc24198" /><Relationship Type="http://schemas.openxmlformats.org/officeDocument/2006/relationships/slideLayout" Target="/ppt/slideLayouts/slideLayout12.xml" Id="Rba7c6f9bec404a64" /><Relationship Type="http://schemas.openxmlformats.org/officeDocument/2006/relationships/slideLayout" Target="/ppt/slideLayouts/slideLayout13.xml" Id="R13f18bd9dd884677" /><Relationship Type="http://schemas.openxmlformats.org/officeDocument/2006/relationships/slideLayout" Target="/ppt/slideLayouts/slideLayout14.xml" Id="Rfcc251d835714fb2" /><Relationship Type="http://schemas.openxmlformats.org/officeDocument/2006/relationships/slideLayout" Target="/ppt/slideLayouts/slideLayout15.xml" Id="R977183bb2c8744fa" /><Relationship Type="http://schemas.openxmlformats.org/officeDocument/2006/relationships/slideLayout" Target="/ppt/slideLayouts/slideLayout16.xml" Id="R86f9e7d2115e4025" /><Relationship Type="http://schemas.openxmlformats.org/officeDocument/2006/relationships/slideLayout" Target="/ppt/slideLayouts/slideLayout17.xml" Id="R613dc9d99c494361" /><Relationship Type="http://schemas.openxmlformats.org/officeDocument/2006/relationships/slideLayout" Target="/ppt/slideLayouts/slideLayout18.xml" Id="R6d3d57857fc54748" /><Relationship Type="http://schemas.openxmlformats.org/officeDocument/2006/relationships/slideLayout" Target="/ppt/slideLayouts/slideLayout19.xml" Id="R2c4fd105045d45bc" /><Relationship Type="http://schemas.openxmlformats.org/officeDocument/2006/relationships/slideLayout" Target="/ppt/slideLayouts/slideLayout20.xml" Id="Rbc511d0379684f02" /><Relationship Type="http://schemas.openxmlformats.org/officeDocument/2006/relationships/slideLayout" Target="/ppt/slideLayouts/slideLayout21.xml" Id="R8718ec73fcc14048" /><Relationship Type="http://schemas.openxmlformats.org/officeDocument/2006/relationships/slideLayout" Target="/ppt/slideLayouts/slideLayout22.xml" Id="Rf04779db913d41db" /><Relationship Type="http://schemas.openxmlformats.org/officeDocument/2006/relationships/slideLayout" Target="/ppt/slideLayouts/slideLayout23.xml" Id="Rf8f22a83c9ea47e1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b73be42568c403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a103df53e44d50"/>
    <p:sldLayoutId xmlns:r="http://schemas.openxmlformats.org/officeDocument/2006/relationships" id="2147483650" r:id="R2365d66f56bc44b8"/>
    <p:sldLayoutId xmlns:r="http://schemas.openxmlformats.org/officeDocument/2006/relationships" id="2147483651" r:id="Rd16f52d66b9b428a"/>
    <p:sldLayoutId xmlns:r="http://schemas.openxmlformats.org/officeDocument/2006/relationships" id="2147483652" r:id="R8457e15b364c4a44"/>
    <p:sldLayoutId xmlns:r="http://schemas.openxmlformats.org/officeDocument/2006/relationships" id="2147483653" r:id="Raf88b25986654e09"/>
    <p:sldLayoutId xmlns:r="http://schemas.openxmlformats.org/officeDocument/2006/relationships" id="2147483654" r:id="R82901df15ae041ea"/>
    <p:sldLayoutId xmlns:r="http://schemas.openxmlformats.org/officeDocument/2006/relationships" id="2147483655" r:id="R44060a58a71e49fe"/>
    <p:sldLayoutId xmlns:r="http://schemas.openxmlformats.org/officeDocument/2006/relationships" id="2147483656" r:id="Rc4280591920c49c9"/>
    <p:sldLayoutId xmlns:r="http://schemas.openxmlformats.org/officeDocument/2006/relationships" id="2147483657" r:id="Rcc0673aed7664ad9"/>
    <p:sldLayoutId xmlns:r="http://schemas.openxmlformats.org/officeDocument/2006/relationships" id="2147483658" r:id="Radb4784a943e4e56"/>
    <p:sldLayoutId xmlns:r="http://schemas.openxmlformats.org/officeDocument/2006/relationships" id="2147483659" r:id="Rc4c9e101fbc24198"/>
    <p:sldLayoutId xmlns:r="http://schemas.openxmlformats.org/officeDocument/2006/relationships" id="2147483660" r:id="Rba7c6f9bec404a64"/>
    <p:sldLayoutId xmlns:r="http://schemas.openxmlformats.org/officeDocument/2006/relationships" id="2147483661" r:id="R13f18bd9dd884677"/>
    <p:sldLayoutId xmlns:r="http://schemas.openxmlformats.org/officeDocument/2006/relationships" id="2147483662" r:id="Rfcc251d835714fb2"/>
    <p:sldLayoutId xmlns:r="http://schemas.openxmlformats.org/officeDocument/2006/relationships" id="2147483663" r:id="R977183bb2c8744fa"/>
    <p:sldLayoutId xmlns:r="http://schemas.openxmlformats.org/officeDocument/2006/relationships" id="2147483664" r:id="R86f9e7d2115e4025"/>
    <p:sldLayoutId xmlns:r="http://schemas.openxmlformats.org/officeDocument/2006/relationships" id="2147483665" r:id="R613dc9d99c494361"/>
    <p:sldLayoutId xmlns:r="http://schemas.openxmlformats.org/officeDocument/2006/relationships" id="2147483666" r:id="R6d3d57857fc54748"/>
    <p:sldLayoutId xmlns:r="http://schemas.openxmlformats.org/officeDocument/2006/relationships" id="2147483667" r:id="R2c4fd105045d45bc"/>
    <p:sldLayoutId xmlns:r="http://schemas.openxmlformats.org/officeDocument/2006/relationships" id="2147483668" r:id="Rbc511d0379684f02"/>
    <p:sldLayoutId xmlns:r="http://schemas.openxmlformats.org/officeDocument/2006/relationships" id="2147483669" r:id="R8718ec73fcc14048"/>
    <p:sldLayoutId xmlns:r="http://schemas.openxmlformats.org/officeDocument/2006/relationships" id="2147483670" r:id="Rf04779db913d41db"/>
    <p:sldLayoutId xmlns:r="http://schemas.openxmlformats.org/officeDocument/2006/relationships" id="2147483671" r:id="Rf8f22a83c9ea47e1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cf99efca94c9a" /><Relationship Type="http://schemas.openxmlformats.org/officeDocument/2006/relationships/notesSlide" Target="/ppt/notesSlides/notesSlide1.xml" Id="Rd0ba4872139945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25377d7cd04de7" /><Relationship Type="http://schemas.openxmlformats.org/officeDocument/2006/relationships/image" Target="/ppt/media/image3.png" Id="R3fb9a1b2a91e4058" /><Relationship Type="http://schemas.openxmlformats.org/officeDocument/2006/relationships/image" Target="/ppt/media/image4.png" Id="R26f4dc3b89084a57" /><Relationship Type="http://schemas.openxmlformats.org/officeDocument/2006/relationships/notesSlide" Target="/ppt/notesSlides/notesSlide2.xml" Id="R7e8be2cb356d4a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bab28b98c644a33" /><Relationship Type="http://schemas.openxmlformats.org/officeDocument/2006/relationships/image" Target="/ppt/media/image.png" Id="Ra7b844ee4e4444be" /><Relationship Type="http://schemas.openxmlformats.org/officeDocument/2006/relationships/notesSlide" Target="/ppt/notesSlides/notesSlide3.xml" Id="R44224c5a72d647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8b5ef4719174d37" /><Relationship Type="http://schemas.openxmlformats.org/officeDocument/2006/relationships/image" Target="/ppt/media/image5.png" Id="R2949d537ce6947c3" /><Relationship Type="http://schemas.openxmlformats.org/officeDocument/2006/relationships/notesSlide" Target="/ppt/notesSlides/notesSlide4.xml" Id="Re8fedd32d4bf48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0226308b9854ca3" /><Relationship Type="http://schemas.openxmlformats.org/officeDocument/2006/relationships/image" Target="/ppt/media/image.png" Id="Rdce05fb65e794aa5" /><Relationship Type="http://schemas.openxmlformats.org/officeDocument/2006/relationships/notesSlide" Target="/ppt/notesSlides/notesSlide5.xml" Id="R9ac8597e936240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5a275083d3247e0" /><Relationship Type="http://schemas.openxmlformats.org/officeDocument/2006/relationships/image" Target="/ppt/media/image5.png" Id="Rd69b35fc777d4e87" /><Relationship Type="http://schemas.openxmlformats.org/officeDocument/2006/relationships/notesSlide" Target="/ppt/notesSlides/notesSlide6.xml" Id="Re5b56f98609049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fefa85ac62cd4860" /><Relationship Type="http://schemas.openxmlformats.org/officeDocument/2006/relationships/image" Target="/ppt/media/image3.png" Id="Ra3a030a0be754965" /><Relationship Type="http://schemas.openxmlformats.org/officeDocument/2006/relationships/notesSlide" Target="/ppt/notesSlides/notesSlide7.xml" Id="Rfa3aac6c4af640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45a8fe3ee9e4c47" /><Relationship Type="http://schemas.openxmlformats.org/officeDocument/2006/relationships/image" Target="/ppt/media/image3.png" Id="Rd47619ced8494877" /><Relationship Type="http://schemas.openxmlformats.org/officeDocument/2006/relationships/notesSlide" Target="/ppt/notesSlides/notesSlide8.xml" Id="R176a07eb784f4a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2d4579151f114d4b" /><Relationship Type="http://schemas.openxmlformats.org/officeDocument/2006/relationships/image" Target="/ppt/media/image5.png" Id="R095f8f7311344489" /><Relationship Type="http://schemas.openxmlformats.org/officeDocument/2006/relationships/notesSlide" Target="/ppt/notesSlides/notesSlide9.xml" Id="R1e0f4324a9eb4a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73d0f416a24340ef" /><Relationship Type="http://schemas.openxmlformats.org/officeDocument/2006/relationships/image" Target="/ppt/media/image.png" Id="Rfbece7ece50149bc" /><Relationship Type="http://schemas.openxmlformats.org/officeDocument/2006/relationships/notesSlide" Target="/ppt/notesSlides/notesSlide10.xml" Id="R58ff7b264c5c40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a043920a19e24780" /><Relationship Type="http://schemas.openxmlformats.org/officeDocument/2006/relationships/image" Target="/ppt/media/image3.png" Id="Rd0abc4c6c0ab4f3e" /><Relationship Type="http://schemas.openxmlformats.org/officeDocument/2006/relationships/image" Target="/ppt/media/image6.png" Id="R00ea740330174f7f" /><Relationship Type="http://schemas.openxmlformats.org/officeDocument/2006/relationships/notesSlide" Target="/ppt/notesSlides/notesSlide11.xml" Id="R6264147cf45647e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d5efaf88064a44f6" /><Relationship Type="http://schemas.openxmlformats.org/officeDocument/2006/relationships/image" Target="/ppt/media/image5.png" Id="R62cf7c8eeaad4483" /><Relationship Type="http://schemas.openxmlformats.org/officeDocument/2006/relationships/notesSlide" Target="/ppt/notesSlides/notesSlide12.xml" Id="R26b6387c747242c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METROGUARD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Самокалибруемый контроль габарита поезда по LiDAR · ROS 2 MVP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fb9a1b2a91e405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26f4dc3b89084a57"/>
          <a:srcRect xmlns:a="http://schemas.openxmlformats.org/drawingml/2006/main" l="0" t="9086" r="0" b="90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  <a:prstGeom xmlns:a="http://schemas.openxmlformats.org/drawingml/2006/main" prst="rect">
            <a:avLst/>
          </a:prstGeo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Не угадываем класс объекта: моделируем свободное пространство. ML лишь подавляет штатную инфраструктуру; решение остаётся объяснимым.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Капитан: [ФИО]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Состав: [кол-во] человек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Компетенции: LiDAR · ROS 2 · CV · backend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Город: [внести]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Контакты: [внести]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520977"/>
                </a:solidFill>
              </a:defRPr>
            </a:pPr>
            <a:r>
              <a:rPr sz="2250" b="1">
                <a:solidFill>
                  <a:srgbClr val="520977"/>
                </a:solidFill>
              </a:rPr>
              <a:t>METROGUARD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D262ED8-B967-46FD-A6F1-4786D1A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3542D62D-15E5-4C5B-A412-C2E45B0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AB98A7D-2EF1-4071-A267-694B393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Восстанавливаем путь по рельсам и ищем вторжение в габарит 2,1 × 3,0 м. Выход: CLEAR / OBSTACLE / UNKNOWN + расстояние.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7b844ee4e4444b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8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Роль: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Telegram: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Телефон: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Место: [внести]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7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Участник 2 · [ФИО]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712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6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Роль: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Telegram: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Телефон: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Место: [внести]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5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Участник 3 · [ФИО]</a:t>
            </a:r>
          </a:p>
        </p:txBody>
      </p:sp>
      <p:sp>
        <p:nvSpPr>
          <p:cNvPr id="62" name="Скругленный прямоугольник 61">
            <a:extLst xmlns:a="http://schemas.openxmlformats.org/drawingml/2006/main"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031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5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Роль: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Telegram: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Телефон: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Место: [внести]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4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Участник 4 · [ФИО]</a:t>
            </a:r>
          </a:p>
        </p:txBody>
      </p:sp>
      <p:sp>
        <p:nvSpPr>
          <p:cNvPr id="65" name="Скругленный прямоугольник 64">
            <a:extLst xmlns:a="http://schemas.openxmlformats.org/drawingml/2006/main"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349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3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Роль: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Telegram: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Телефон: [внести]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Место: [внести]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2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Участник 5 · [ФИО]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КОМАНДА · ЗАПОЛНИТЬ ДАННЫЕ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18360" y="4250028"/>
            <a:ext cx="1894354" cy="162461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Роль: [внести]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Telegram: [внести]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Телефон: [внести]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Место: [внести]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9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Участник 1 · [ФИО]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949d537ce6947c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ПОЧЕМУ ЭТА ЗАДАЧА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AI-native R&amp;D: человек задал safety-критерии и quality gates, агент реализовал и воспроизвёл 45 фальсифицируемых экспериментов. Все решения и артефакты сохранены.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Как работала AI-native команда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Нет покадровой разметки, а штатная инфраструктура похожа на препятствие. Сделали проверяемый геометрический baseline, ray-consistent синтетику и leave-one-recording-out аудит.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Главный вызов и как мы его преодолели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Здесь у ML есть физический критерий истины: свободен ли габарит состава. Результат можно проверить геометрией, а не доверием к black box.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Почему выбрали именно эту задачу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7865EF3E-213E-4301-80FF-7BA3518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C64AB33-E625-4B5E-AF59-851D8790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F6232F0-CE18-4B6E-B9BB-6369512B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ce05fb65e794aa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Zero-copy PointCloud2 → NumPy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Самокалибровка по рельсам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2.5-D модель поверхности пути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3-D компоненты внутри габарита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G4 ranker штатной инфраструктуры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OOD guard + strong geometry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World tracker / route memory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ROS 2 / Docker / JSON output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Дооснащаем поезд объяснимым контролем свободного габарита без дорогой карты и без каталога известных объектов.</a:t>
            </a:r>
          </a:p>
          <a:p xmlns:a="http://schemas.openxmlformats.org/drawingml/2006/main">
            <a:pPr marL="0" indent="0">
              <a:buNone/>
            </a:pPr>
            <a:r>
              <a:t/>
            </a:r>
            <a:endParaRPr sz="1400"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Потенциал: предупреждение машиниста, автоматическое ограничение скорости, сбор hard negatives и цифровой паспорт проблемных участков.</a:t>
            </a:r>
            <a:endParaRPr sz="140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Маркетинговая суть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69b35fc777d4e8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Геометрия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Пара рельсов задаёт центр, высоту и кривизну пути. Проверяется реальный габарит, а не фиксированный прямой ROI.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Узкий ML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12-признаковая логистическая модель только подавляет штатную инфраструктуру. Геометрия остаётся главным переносимым сигналом.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Safety state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CLEAR — только при наблюдаемом пути. Незнакомый тоннель или слабое подтверждение → UNKNOWN; сильная геометрия сохраняет тревогу.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ЯДРО ИДЕИ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3a030a0be75496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6 ROS 2 bag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2 488 кадров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≈ 4 минуты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≈ 10 Гц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Pandar128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</a:pPr>
            <a: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Официальной покадровой разметки препятствий нет. Имена записей — только слабая подсказка.</a:t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ГАБАРИТ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2,1 м × 3,0 м по Q&amp;A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МИНИМАЛЬНЫЙ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СКОРОСТЬ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не дана и не нужна алгоритму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ПРИОРИТЕТ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минимизировать false positive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CLOSED TEST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новые тоннели + синтетика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ЧТО ЕСТЬ В ДАННЫХ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47619ced849487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PointCloud2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Zero-copy x/y/z/intensity/ring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Self-calibration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Пара рельсов → локальная траектория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Clearance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2.5-D фон + физический габарит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Risk ranker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Инфраструктура vs компактный объект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OOD + world track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familiarity → UNKNOWN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stationary → alarm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8CEEC91B-79B9-4607-A433-0DBAF7E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299CE901-7462-4B53-94CE-98495BB5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D755E93C-F299-4044-B025-861AC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78C1ED30-F73A-4709-87A1-9EE1E80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E0A45622-06FA-40A4-8079-DDF7830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AA6308E0-AFA8-4E59-8759-6FE6BFF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54311620-8D6C-451E-8DC8-0D0394A3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39958FC1-71E2-4491-9470-38F543E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B8DEE478-F9AF-4EC9-82D4-432B36E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ПАЙПЛАЙН</a:t>
            </a:r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95f8f731134448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OOD-контур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Leave-one-recording-out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56,3% recall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0,00% alarm frames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>
                <a:solidFill>
                  <a:srgbClr val="242424"/>
                </a:solidFill>
              </a:defRPr>
            </a:pPr>
            <a:r>
              <a:rPr>
                <a:solidFill>
                  <a:srgbClr val="242424"/>
                </a:solidFill>
              </a:rPr>
              <a:t>Геометрия: 57,1% / 0,71%. Потеря recall за нулевые held-out тревоги: 0,8 п.п.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Mapped-route expert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Aligned familiar route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87,7% mean recall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80,0% worst fold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>
                <a:solidFill>
                  <a:srgbClr val="242424"/>
                </a:solidFill>
              </a:defRPr>
            </a:pPr>
            <a:r>
              <a:rPr>
                <a:solidFill>
                  <a:srgbClr val="242424"/>
                </a:solidFill>
              </a:rPr>
              <a:t>0,32% clean alarms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Контролируемый same-location режим: сильный эксперт знакомого маршрута, не universal default.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Поставка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72,4 мс conditional p95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43 / 43 unit tests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45 / 45 опытов проверены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>
                <a:solidFill>
                  <a:srgbClr val="242424"/>
                </a:solidFill>
              </a:defRPr>
            </a:pPr>
            <a:r>
              <a:rPr>
                <a:solidFill>
                  <a:srgbClr val="242424"/>
                </a:solidFill>
              </a:rPr>
              <a:t>Offline ROS 2 Docker: веса внутри, обучение и интернет не нужны.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МЕТРИКИ MVP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bece7ece50149b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МИНИМАЛЬНЫЙ BOX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20 м: median 50 лучей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40 м: median 7 лучей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60 м: один evaluable кейс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НЕ РИСУЕМ ТОЧКИ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Берём направления настоящих лучей. Пересечение с AABB заменяет только более дальний возврат тоннеля.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ЧЕСТНАЯ ОЦЕНКА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0–2 попавших луча → not evaluable, а не false negative. Так отделяем предел сенсора от ошибки алгоритма.</a:t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263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RAY-SYNTHETIC</a:t>
            </a:r>
            <a:endParaRPr/>
          </a:p>
        </p:txBody>
      </p:sp>
      <p:cxnSp>
        <p:nvCxnSpPr>
          <p:cNvPr id="300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0abc4c6c0ab4f3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2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ea740330174f7f"/>
          <a:stretch xmlns:a="http://schemas.openxmlformats.org/drawingml/2006/main"/>
        </p:blipFill>
        <p:spPr>
          <a:xfrm xmlns:a="http://schemas.openxmlformats.org/drawingml/2006/main">
            <a:off x="3778252" y="1403157"/>
            <a:ext cx="4551334" cy="2560125"/>
          </a:xfrm>
          <a:prstGeom xmlns:a="http://schemas.openxmlformats.org/drawingml/2006/main" prst="rect">
            <a:avLst/>
          </a:prstGeom>
        </p:spPr>
      </p:pic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REAL BAG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doubleT_obstacle · frame 10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OBSTACLE · 55,5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confidence 71%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ROS 2 node · Docker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интерактивный top/side view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РАБОТАЮЩИЙ MVP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2cf7c8eeaad448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rPr>
                <a:solidFill>
                  <a:schemeClr val="accent5"/>
                </a:solidFill>
              </a:rPr>
              <a:t>12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Разметка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Покадровые интервалы и 3-D объёмы реальных препятствий превратят weak metrics в честные precision / recall.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Калибровка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Официальный контур состава и extrinsics лидара заменят оценочный габарит точной кинематической геометрией.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Прод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C++ runtime для устойчивого 10 Гц, журнал hard negatives, проверка на новых тоннелях и формальная safety policy для UNKNOWN.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ЧТО НУЖНО ДЛЯ ПИЛОТА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2026-09-29T06:07:24.1740000Z</dcterms:created>
  <dcterms:modified xsi:type="dcterms:W3CDTF">2026-09-29T06:07:24.1740000Z</dcterms:modified>
</coreProperties>
</file>