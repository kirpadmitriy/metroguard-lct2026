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32ce52c1374abc" /><Relationship Type="http://schemas.openxmlformats.org/officeDocument/2006/relationships/extended-properties" Target="/docProps/app.xml" Id="Ree0c2bc7a72b43be" /><Relationship Type="http://schemas.openxmlformats.org/officeDocument/2006/relationships/officeDocument" Target="/ppt/presentation.xml" Id="R39e8e43ba57041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dfb98b4c1e499a"/>
  </p:sldMasterIdLst>
  <p:notesMasterIdLst>
    <p:notesMasterId xmlns:r="http://schemas.openxmlformats.org/officeDocument/2006/relationships" r:id="Rd7cf76fb3f0a40df"/>
  </p:notesMasterIdLst>
  <p:sldIdLst>
    <p:sldId xmlns:r="http://schemas.openxmlformats.org/officeDocument/2006/relationships" id="256" r:id="R10708faa81614df0"/>
    <p:sldId xmlns:r="http://schemas.openxmlformats.org/officeDocument/2006/relationships" id="257" r:id="R5dd89f05928e4200"/>
    <p:sldId xmlns:r="http://schemas.openxmlformats.org/officeDocument/2006/relationships" id="258" r:id="R14582e0911e44734"/>
    <p:sldId xmlns:r="http://schemas.openxmlformats.org/officeDocument/2006/relationships" id="259" r:id="R0a80d9a195574fd8"/>
    <p:sldId xmlns:r="http://schemas.openxmlformats.org/officeDocument/2006/relationships" id="260" r:id="R94f9018935274bc5"/>
    <p:sldId xmlns:r="http://schemas.openxmlformats.org/officeDocument/2006/relationships" id="261" r:id="Rea2ee7f724ae423b"/>
    <p:sldId xmlns:r="http://schemas.openxmlformats.org/officeDocument/2006/relationships" id="262" r:id="Ra8a733ea96b94259"/>
    <p:sldId xmlns:r="http://schemas.openxmlformats.org/officeDocument/2006/relationships" id="263" r:id="Rd6091230445d42f3"/>
    <p:sldId xmlns:r="http://schemas.openxmlformats.org/officeDocument/2006/relationships" id="264" r:id="Ra56ad2c539104280"/>
    <p:sldId xmlns:r="http://schemas.openxmlformats.org/officeDocument/2006/relationships" id="265" r:id="R63b20c2547564d8c"/>
    <p:sldId xmlns:r="http://schemas.openxmlformats.org/officeDocument/2006/relationships" id="266" r:id="Rf88986afd25e4d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3c1ae327f2416c" /><Relationship Type="http://schemas.openxmlformats.org/officeDocument/2006/relationships/slideMaster" Target="/ppt/slideMasters/slideMaster1.xml" Id="R2cdfb98b4c1e499a" /><Relationship Type="http://schemas.openxmlformats.org/officeDocument/2006/relationships/notesMaster" Target="/ppt/notesMasters/notesMaster1.xml" Id="Rd7cf76fb3f0a40df" /><Relationship Type="http://schemas.openxmlformats.org/officeDocument/2006/relationships/presProps" Target="/ppt/presProps.xml" Id="R6b78d887de4a4c93" /><Relationship Type="http://schemas.openxmlformats.org/officeDocument/2006/relationships/viewProps" Target="/ppt/viewProps.xml" Id="Rb651bf9678dc4fb5" /><Relationship Type="http://schemas.openxmlformats.org/officeDocument/2006/relationships/tableStyles" Target="/ppt/tableStyles.xml" Id="R1e9baf7b4f7c449b" /><Relationship Type="http://schemas.openxmlformats.org/officeDocument/2006/relationships/slide" Target="/ppt/slides/slide1.xml" Id="R10708faa81614df0" /><Relationship Type="http://schemas.openxmlformats.org/officeDocument/2006/relationships/slide" Target="/ppt/slides/slide2.xml" Id="R5dd89f05928e4200" /><Relationship Type="http://schemas.openxmlformats.org/officeDocument/2006/relationships/slide" Target="/ppt/slides/slide3.xml" Id="R14582e0911e44734" /><Relationship Type="http://schemas.openxmlformats.org/officeDocument/2006/relationships/slide" Target="/ppt/slides/slide4.xml" Id="R0a80d9a195574fd8" /><Relationship Type="http://schemas.openxmlformats.org/officeDocument/2006/relationships/slide" Target="/ppt/slides/slide5.xml" Id="R94f9018935274bc5" /><Relationship Type="http://schemas.openxmlformats.org/officeDocument/2006/relationships/slide" Target="/ppt/slides/slide6.xml" Id="Rea2ee7f724ae423b" /><Relationship Type="http://schemas.openxmlformats.org/officeDocument/2006/relationships/slide" Target="/ppt/slides/slide7.xml" Id="Ra8a733ea96b94259" /><Relationship Type="http://schemas.openxmlformats.org/officeDocument/2006/relationships/slide" Target="/ppt/slides/slide8.xml" Id="Rd6091230445d42f3" /><Relationship Type="http://schemas.openxmlformats.org/officeDocument/2006/relationships/slide" Target="/ppt/slides/slide9.xml" Id="Ra56ad2c539104280" /><Relationship Type="http://schemas.openxmlformats.org/officeDocument/2006/relationships/slide" Target="/ppt/slides/slide10.xml" Id="R63b20c2547564d8c" /><Relationship Type="http://schemas.openxmlformats.org/officeDocument/2006/relationships/slide" Target="/ppt/slides/slide11.xml" Id="Rf88986afd25e4d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f733156fa44e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b0cff8622d43cd" /><Relationship Type="http://schemas.openxmlformats.org/officeDocument/2006/relationships/notesMaster" Target="/ppt/notesMasters/notesMaster1.xml" Id="R58bd2bf05ee14e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fc51089ce943ff" /><Relationship Type="http://schemas.openxmlformats.org/officeDocument/2006/relationships/notesMaster" Target="/ppt/notesMasters/notesMaster1.xml" Id="R0645fa6ba24f45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0d3434c3bb4170" /><Relationship Type="http://schemas.openxmlformats.org/officeDocument/2006/relationships/notesMaster" Target="/ppt/notesMasters/notesMaster1.xml" Id="Re8180d00275d4a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52be1fe07f46f0" /><Relationship Type="http://schemas.openxmlformats.org/officeDocument/2006/relationships/notesMaster" Target="/ppt/notesMasters/notesMaster1.xml" Id="R3593ad872d534f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bc4a9d5f2b4d6b" /><Relationship Type="http://schemas.openxmlformats.org/officeDocument/2006/relationships/notesMaster" Target="/ppt/notesMasters/notesMaster1.xml" Id="Rb16bf9f183bb40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8a9ed64e3846b0" /><Relationship Type="http://schemas.openxmlformats.org/officeDocument/2006/relationships/notesMaster" Target="/ppt/notesMasters/notesMaster1.xml" Id="Rd097b2e387c442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3f4011b8964428" /><Relationship Type="http://schemas.openxmlformats.org/officeDocument/2006/relationships/notesMaster" Target="/ppt/notesMasters/notesMaster1.xml" Id="Rc445b9312ec945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ee6f76c54e46f1" /><Relationship Type="http://schemas.openxmlformats.org/officeDocument/2006/relationships/notesMaster" Target="/ppt/notesMasters/notesMaster1.xml" Id="Ra553f5941afc47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fa7e830d4c49d7" /><Relationship Type="http://schemas.openxmlformats.org/officeDocument/2006/relationships/notesMaster" Target="/ppt/notesMasters/notesMaster1.xml" Id="R2b9a01ddfc8640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a918539b914515" /><Relationship Type="http://schemas.openxmlformats.org/officeDocument/2006/relationships/notesMaster" Target="/ppt/notesMasters/notesMaster1.xml" Id="Rbd4dd35c2b3c40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a60daf95ec4e49" /><Relationship Type="http://schemas.openxmlformats.org/officeDocument/2006/relationships/notesMaster" Target="/ppt/notesMasters/notesMaster1.xml" Id="R508b9d7e2ebf41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Кирпа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c2118138ff450e" /><Relationship Type="http://schemas.openxmlformats.org/officeDocument/2006/relationships/image" Target="/ppt/media/image2.png" Id="R3401728c1e314f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40450d31714a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aa112e2124c7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057888717444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524886d5db42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4ba19327e4bd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caf032a6d43d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ede7b6b5054bf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459a6b29a944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fdb69d914e49b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856adc086e49a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654d0fcf64bb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d0b7c0d15c454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13134e8c0a4a9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37b13239c42f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65575cef7495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e37484730a46b3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cef7aece647d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d54360628464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130b4e6a074d4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6d7744dfd4b5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fc7518eb1f4f46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938f571d34dfd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3401728c1e314f8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05450c381a8c4408" /><Relationship Type="http://schemas.openxmlformats.org/officeDocument/2006/relationships/theme" Target="/ppt/slideMasters/theme/theme2.xml" Id="Rfa32a8b1f4c747c9" /><Relationship Type="http://schemas.openxmlformats.org/officeDocument/2006/relationships/slideLayout" Target="/ppt/slideLayouts/slideLayout1.xml" Id="Re7a0c13164494e5f" /><Relationship Type="http://schemas.openxmlformats.org/officeDocument/2006/relationships/slideLayout" Target="/ppt/slideLayouts/slideLayout2.xml" Id="R61f8f2b0499c4a0f" /><Relationship Type="http://schemas.openxmlformats.org/officeDocument/2006/relationships/slideLayout" Target="/ppt/slideLayouts/slideLayout3.xml" Id="R708bf0f23cf847e4" /><Relationship Type="http://schemas.openxmlformats.org/officeDocument/2006/relationships/slideLayout" Target="/ppt/slideLayouts/slideLayout4.xml" Id="Rbeccbba3a8584fea" /><Relationship Type="http://schemas.openxmlformats.org/officeDocument/2006/relationships/slideLayout" Target="/ppt/slideLayouts/slideLayout5.xml" Id="R47a3c5eb306147a7" /><Relationship Type="http://schemas.openxmlformats.org/officeDocument/2006/relationships/slideLayout" Target="/ppt/slideLayouts/slideLayout6.xml" Id="Rdbc80e43939b491d" /><Relationship Type="http://schemas.openxmlformats.org/officeDocument/2006/relationships/slideLayout" Target="/ppt/slideLayouts/slideLayout7.xml" Id="Rc260cb583a484834" /><Relationship Type="http://schemas.openxmlformats.org/officeDocument/2006/relationships/slideLayout" Target="/ppt/slideLayouts/slideLayout8.xml" Id="R1dc83cbeeb274522" /><Relationship Type="http://schemas.openxmlformats.org/officeDocument/2006/relationships/slideLayout" Target="/ppt/slideLayouts/slideLayout9.xml" Id="Rb119f83b77ec47fb" /><Relationship Type="http://schemas.openxmlformats.org/officeDocument/2006/relationships/slideLayout" Target="/ppt/slideLayouts/slideLayout10.xml" Id="Rf5ebf825ed1842d4" /><Relationship Type="http://schemas.openxmlformats.org/officeDocument/2006/relationships/slideLayout" Target="/ppt/slideLayouts/slideLayout11.xml" Id="Rbba02e8c52724111" /><Relationship Type="http://schemas.openxmlformats.org/officeDocument/2006/relationships/slideLayout" Target="/ppt/slideLayouts/slideLayout12.xml" Id="R66df51ad4397486f" /><Relationship Type="http://schemas.openxmlformats.org/officeDocument/2006/relationships/slideLayout" Target="/ppt/slideLayouts/slideLayout13.xml" Id="Rc6d44706d70b4303" /><Relationship Type="http://schemas.openxmlformats.org/officeDocument/2006/relationships/slideLayout" Target="/ppt/slideLayouts/slideLayout14.xml" Id="R110ea19138354fc4" /><Relationship Type="http://schemas.openxmlformats.org/officeDocument/2006/relationships/slideLayout" Target="/ppt/slideLayouts/slideLayout15.xml" Id="Rad3baaef746b4fca" /><Relationship Type="http://schemas.openxmlformats.org/officeDocument/2006/relationships/slideLayout" Target="/ppt/slideLayouts/slideLayout16.xml" Id="R51d3b4ecf81641f2" /><Relationship Type="http://schemas.openxmlformats.org/officeDocument/2006/relationships/slideLayout" Target="/ppt/slideLayouts/slideLayout17.xml" Id="R6d7c4bcef32b45c6" /><Relationship Type="http://schemas.openxmlformats.org/officeDocument/2006/relationships/slideLayout" Target="/ppt/slideLayouts/slideLayout18.xml" Id="R175d0fd06b9f4a8f" /><Relationship Type="http://schemas.openxmlformats.org/officeDocument/2006/relationships/slideLayout" Target="/ppt/slideLayouts/slideLayout19.xml" Id="R5d777905cff641ba" /><Relationship Type="http://schemas.openxmlformats.org/officeDocument/2006/relationships/slideLayout" Target="/ppt/slideLayouts/slideLayout20.xml" Id="Rf4a655fc01f54ec9" /><Relationship Type="http://schemas.openxmlformats.org/officeDocument/2006/relationships/slideLayout" Target="/ppt/slideLayouts/slideLayout21.xml" Id="Red654b51fea04a93" /><Relationship Type="http://schemas.openxmlformats.org/officeDocument/2006/relationships/slideLayout" Target="/ppt/slideLayouts/slideLayout22.xml" Id="R4bbb9bd9518949a8" /><Relationship Type="http://schemas.openxmlformats.org/officeDocument/2006/relationships/slideLayout" Target="/ppt/slideLayouts/slideLayout23.xml" Id="Rb4e6a29475724464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5450c381a8c440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a0c13164494e5f"/>
    <p:sldLayoutId xmlns:r="http://schemas.openxmlformats.org/officeDocument/2006/relationships" id="2147483650" r:id="R61f8f2b0499c4a0f"/>
    <p:sldLayoutId xmlns:r="http://schemas.openxmlformats.org/officeDocument/2006/relationships" id="2147483651" r:id="R708bf0f23cf847e4"/>
    <p:sldLayoutId xmlns:r="http://schemas.openxmlformats.org/officeDocument/2006/relationships" id="2147483652" r:id="Rbeccbba3a8584fea"/>
    <p:sldLayoutId xmlns:r="http://schemas.openxmlformats.org/officeDocument/2006/relationships" id="2147483653" r:id="R47a3c5eb306147a7"/>
    <p:sldLayoutId xmlns:r="http://schemas.openxmlformats.org/officeDocument/2006/relationships" id="2147483654" r:id="Rdbc80e43939b491d"/>
    <p:sldLayoutId xmlns:r="http://schemas.openxmlformats.org/officeDocument/2006/relationships" id="2147483655" r:id="Rc260cb583a484834"/>
    <p:sldLayoutId xmlns:r="http://schemas.openxmlformats.org/officeDocument/2006/relationships" id="2147483656" r:id="R1dc83cbeeb274522"/>
    <p:sldLayoutId xmlns:r="http://schemas.openxmlformats.org/officeDocument/2006/relationships" id="2147483657" r:id="Rb119f83b77ec47fb"/>
    <p:sldLayoutId xmlns:r="http://schemas.openxmlformats.org/officeDocument/2006/relationships" id="2147483658" r:id="Rf5ebf825ed1842d4"/>
    <p:sldLayoutId xmlns:r="http://schemas.openxmlformats.org/officeDocument/2006/relationships" id="2147483659" r:id="Rbba02e8c52724111"/>
    <p:sldLayoutId xmlns:r="http://schemas.openxmlformats.org/officeDocument/2006/relationships" id="2147483660" r:id="R66df51ad4397486f"/>
    <p:sldLayoutId xmlns:r="http://schemas.openxmlformats.org/officeDocument/2006/relationships" id="2147483661" r:id="Rc6d44706d70b4303"/>
    <p:sldLayoutId xmlns:r="http://schemas.openxmlformats.org/officeDocument/2006/relationships" id="2147483662" r:id="R110ea19138354fc4"/>
    <p:sldLayoutId xmlns:r="http://schemas.openxmlformats.org/officeDocument/2006/relationships" id="2147483663" r:id="Rad3baaef746b4fca"/>
    <p:sldLayoutId xmlns:r="http://schemas.openxmlformats.org/officeDocument/2006/relationships" id="2147483664" r:id="R51d3b4ecf81641f2"/>
    <p:sldLayoutId xmlns:r="http://schemas.openxmlformats.org/officeDocument/2006/relationships" id="2147483665" r:id="R6d7c4bcef32b45c6"/>
    <p:sldLayoutId xmlns:r="http://schemas.openxmlformats.org/officeDocument/2006/relationships" id="2147483666" r:id="R175d0fd06b9f4a8f"/>
    <p:sldLayoutId xmlns:r="http://schemas.openxmlformats.org/officeDocument/2006/relationships" id="2147483667" r:id="R5d777905cff641ba"/>
    <p:sldLayoutId xmlns:r="http://schemas.openxmlformats.org/officeDocument/2006/relationships" id="2147483668" r:id="Rf4a655fc01f54ec9"/>
    <p:sldLayoutId xmlns:r="http://schemas.openxmlformats.org/officeDocument/2006/relationships" id="2147483669" r:id="Red654b51fea04a93"/>
    <p:sldLayoutId xmlns:r="http://schemas.openxmlformats.org/officeDocument/2006/relationships" id="2147483670" r:id="R4bbb9bd9518949a8"/>
    <p:sldLayoutId xmlns:r="http://schemas.openxmlformats.org/officeDocument/2006/relationships" id="2147483671" r:id="Rb4e6a29475724464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23aee7e614df1" /><Relationship Type="http://schemas.openxmlformats.org/officeDocument/2006/relationships/notesSlide" Target="/ppt/notesSlides/notesSlide1.xml" Id="R64e3c628a0ad47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e4fe78e2ef471d" /><Relationship Type="http://schemas.openxmlformats.org/officeDocument/2006/relationships/image" Target="/ppt/media/image3.png" Id="R6d85bb37be514b6d" /><Relationship Type="http://schemas.openxmlformats.org/officeDocument/2006/relationships/image" Target="/ppt/media/image4.png" Id="Rf2033fa959724648" /><Relationship Type="http://schemas.openxmlformats.org/officeDocument/2006/relationships/notesSlide" Target="/ppt/notesSlides/notesSlide2.xml" Id="R73d25a19768c42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a67f1fce374902" /><Relationship Type="http://schemas.openxmlformats.org/officeDocument/2006/relationships/image" Target="/ppt/media/image.png" Id="Rd0d702b0915e4374" /><Relationship Type="http://schemas.openxmlformats.org/officeDocument/2006/relationships/image" Target="/ppt/media/image5.png" Id="Rb9a3a0bd3d684d94" /><Relationship Type="http://schemas.openxmlformats.org/officeDocument/2006/relationships/notesSlide" Target="/ppt/notesSlides/notesSlide3.xml" Id="Rcb1b0ab4441f45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91a072f5304ada" /><Relationship Type="http://schemas.openxmlformats.org/officeDocument/2006/relationships/image" Target="/ppt/media/image6.png" Id="R4344218cf02b415e" /><Relationship Type="http://schemas.openxmlformats.org/officeDocument/2006/relationships/notesSlide" Target="/ppt/notesSlides/notesSlide4.xml" Id="R9545128efac249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b045c05c57849e0" /><Relationship Type="http://schemas.openxmlformats.org/officeDocument/2006/relationships/image" Target="/ppt/media/image.png" Id="Rc4aa541fe6e4457f" /><Relationship Type="http://schemas.openxmlformats.org/officeDocument/2006/relationships/notesSlide" Target="/ppt/notesSlides/notesSlide5.xml" Id="R757c6888a5ff41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1b4ad30021f4330" /><Relationship Type="http://schemas.openxmlformats.org/officeDocument/2006/relationships/image" Target="/ppt/media/image6.png" Id="Ra1e42243c93c42fb" /><Relationship Type="http://schemas.openxmlformats.org/officeDocument/2006/relationships/notesSlide" Target="/ppt/notesSlides/notesSlide6.xml" Id="R53140b56fc0646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fefb5bf6c89c434e" /><Relationship Type="http://schemas.openxmlformats.org/officeDocument/2006/relationships/image" Target="/ppt/media/image3.png" Id="R6f5f489c45fa4276" /><Relationship Type="http://schemas.openxmlformats.org/officeDocument/2006/relationships/notesSlide" Target="/ppt/notesSlides/notesSlide7.xml" Id="R6bd2485fc9f04a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b0cf92548304d1a" /><Relationship Type="http://schemas.openxmlformats.org/officeDocument/2006/relationships/image" Target="/ppt/media/image3.png" Id="R04c34937c2464b34" /><Relationship Type="http://schemas.openxmlformats.org/officeDocument/2006/relationships/notesSlide" Target="/ppt/notesSlides/notesSlide8.xml" Id="Rbb6aaf5dd9384d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7321b5cef424c5f" /><Relationship Type="http://schemas.openxmlformats.org/officeDocument/2006/relationships/image" Target="/ppt/media/image6.png" Id="R423c79181d594463" /><Relationship Type="http://schemas.openxmlformats.org/officeDocument/2006/relationships/notesSlide" Target="/ppt/notesSlides/notesSlide9.xml" Id="Ra8a8f11c11a843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e0dbfd7154734236" /><Relationship Type="http://schemas.openxmlformats.org/officeDocument/2006/relationships/image" Target="/ppt/media/image.png" Id="R6d99f5daad4b415d" /><Relationship Type="http://schemas.openxmlformats.org/officeDocument/2006/relationships/notesSlide" Target="/ppt/notesSlides/notesSlide10.xml" Id="R1a7fc85f577940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1374e50e914d4f4f" /><Relationship Type="http://schemas.openxmlformats.org/officeDocument/2006/relationships/image" Target="/ppt/media/image3.png" Id="Rc41c59e87a5c4b86" /><Relationship Type="http://schemas.openxmlformats.org/officeDocument/2006/relationships/image" Target="/ppt/media/image7.png" Id="R209925861da34c77" /><Relationship Type="http://schemas.openxmlformats.org/officeDocument/2006/relationships/notesSlide" Target="/ppt/notesSlides/notesSlide11.xml" Id="R4c65a058fa504d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 · ROS 2 / CPU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d85bb37be514b6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f2033fa959724648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Мы не распознаём классы предметов. Геометрический контур замечает физическое вторжение, ансамбль деревьев отсекает элементы тоннеля, а при недостатке данных система не выдаёт ложное «путь свободен».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Команда: ITMO GPT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Участники: Кирпа Дмитрий · Кирпа Юрий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LiDAR · ML · робототехника · RL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69 экспериментов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Контакт: dikiydiamond@yandex.ru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0d702b0915e437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285750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RL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Юрий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857500" cy="1666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Энтузиасты AI-робототехники и RL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Человек задаёт направление и принимает решения; агенты ускоряют поиск, код и эксперименты.</a:t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AI-native команда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762000" y="3905250"/>
            <a:ext cx="2857500" cy="142875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3a0bd3d684d94"/>
          <a:stretch xmlns:a="http://schemas.openxmlformats.org/drawingml/2006/main"/>
        </p:blipFill>
        <p:spPr>
          <a:xfrm xmlns:a="http://schemas.openxmlformats.org/drawingml/2006/main">
            <a:off x="8810625" y="1763713"/>
            <a:ext cx="2381250" cy="15875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0AFD9E-496E-41A9-A1C0-1E050A5D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520977"/>
                </a:solidFill>
              </a:defRPr>
            </a:pPr>
            <a:r>
              <a:rPr sz="4350" b="1">
                <a:solidFill>
                  <a:srgbClr val="520977"/>
                </a:solidFill>
              </a:rPr>
              <a:t>ДК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772BF65-B13A-401B-8B53-4D131011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520977"/>
                </a:solidFill>
              </a:defRPr>
            </a:pPr>
            <a:r>
              <a:rPr sz="4350" b="1">
                <a:solidFill>
                  <a:srgbClr val="520977"/>
                </a:solidFill>
              </a:rPr>
              <a:t>ЮК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344218cf02b41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Здесь нельзя ограничиться красивым прототипом: пропуск препятствия опасен, а лишняя тревога останавливает поезд. При этом покадровой разметки почти нет.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Сложный физический домен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Для каждого опыта сохранены код, метрики и причина принятия или отказа. Так мы сравнивали идеи, а не выбирали результат по одному удачному примеру.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69 экспериментов с единым протоколом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Человек формулировал гипотезы, сверял допущения с ответами организаторов и выбирал решения. Агенты параллельно искали подходы, писали код и запускали измерения.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AI-native процесс, человеческий выбор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aa541fe6e4457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ОТ РЕЛЬСОВ К ОБЪЕКТАМ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ЧЕСТНЫХ ОТВЕТА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B775A4-A6D8-44D6-9B92-70FEDD97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60A8D8-C41E-4482-B4F1-51281CB5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D22"/>
                </a:solidFill>
              </a:defRPr>
            </a:pPr>
            <a:r>
              <a:rPr sz="1350" b="0">
                <a:solidFill>
                  <a:srgbClr val="1C1D22"/>
                </a:solidFill>
              </a:rPr>
              <a:t>Находим левую и правую рельсовые нити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6BC95E-464A-483A-BBAE-DAC7E2E6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CE7754-1160-460B-9BAD-25B69BD6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Строим габарит 2,1 × 3,0 м вдоль поворота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CA0766-AEB9-4E4E-9675-553C87B5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BB9A5B-F37B-4A36-86C4-67A8869F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D22"/>
                </a:solidFill>
              </a:defRPr>
            </a:pPr>
            <a:r>
              <a:rPr sz="1350" b="0">
                <a:solidFill>
                  <a:srgbClr val="1C1D22"/>
                </a:solidFill>
              </a:rPr>
              <a:t>Объединяем точки внутри габарита в объекты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830E3D-7673-4FEC-8912-CF2093E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080CFF-9D24-4C5E-8CF9-DCA1654A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1D22"/>
                </a:solidFill>
              </a:defRPr>
            </a:pPr>
            <a:r>
              <a:rPr sz="1350" b="0">
                <a:solidFill>
                  <a:srgbClr val="1C1D22"/>
                </a:solidFill>
              </a:rPr>
              <a:t>100 деревьев отсеивают детали тоннеля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216729-1D59-40C4-BC0D-6197F510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E0EA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ПРЕПЯТСТВИЕ — объект подтверждён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0A1E67-307E-415E-98E6-E01869F5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7EF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ПУТЬ СВОБОДЕН — габарит виден и пуст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94E154-9EAA-49EF-9A0C-52A9080D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D6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НЕДОСТАТОЧНО ДАННЫХ — зона пути видна 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4940A8-4421-46EE-B5C7-B6274BD3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714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0977"/>
                </a:solidFill>
              </a:defRPr>
            </a:pPr>
            <a:r>
              <a:rPr sz="1275" b="0">
                <a:solidFill>
                  <a:srgbClr val="520977"/>
                </a:solidFill>
              </a:rPr>
              <a:t>Для знакомого участка можно включить сравнение с чистым эталонным проездом из той же точки. В новом тоннеле этот режим не используется.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1e42243c93c42f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Память маршрута — опция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Если есть чистая запись знакомого участка, текущий кадр сравнивается с кадром из той же точки маршрута. Новые объекты выделяются как изменения. В новом тоннеле режим выключен.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f5f489c45fa427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 реальных записей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2 488 кадров · ≈ 4 минуты · 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тоннели, платформа, гермозатвор и стрелка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ОБУЧЕНИЕ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Чистые проезды + созданные нами 3d-препятствия, вставленные в реальные лучи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ВАЛИДАЦИЯ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Целые записи откладывались полностью; соседние кадры одного проезда не смешивались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ОТДЕЛЬНАЯ ПРОВЕРКА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Официальная синтетика: объекты внутри, снаружи и над габаритом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ДВИЖЕНИЕ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≈ 10 Гц; расчёт до 85 км/ч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СИНТЕТИКА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реальные лучи и физически корректное перекрытие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сначала ложные тревоги, затем полнота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4c34937c2464b3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Получаем облако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координаты и интенсивность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Восстанавливаем путь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центр, высота и поворот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Строим габарит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2,1 × 3,0 м вдоль рельсов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Проверяем объекты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 и 100 деревьев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Выдаём ответ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состояние и расстояние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23c79181d59446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 — максимум полноты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68,0% — точные объекты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90,6% — незнакомые формы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Минус: много лишних тревог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 — минимум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100% специфичности на точных тестах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Режим по умолчанию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Сравнение с чистым проездом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Чистый кадр из той же позиции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полноты на 376 парах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Только для знакомого маршрута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d99f5daad4b415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НЕ ВЫДАЁМ ПОДСКАЗКУ ЗА РАЗМЕТКУ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Кадр с 0–2 отражениями от объекта не учитываем. Интервалы без масок проверяем только как целые сценарии.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1c59e87a5c4b8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925861da34c77"/>
          <a:stretch xmlns:a="http://schemas.openxmlformats.org/drawingml/2006/main"/>
        </p:blipFill>
        <p:spPr>
          <a:xfrm xmlns:a="http://schemas.openxmlformats.org/drawingml/2006/main">
            <a:off x="2861733" y="1000125"/>
            <a:ext cx="6468533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РЕАЛЬНОЕ ОБЛАКО ТОЧЕК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синхронных ракурса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ГОТОВЫХ СЦЕНАРИЯ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можно без загрузки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ГАБАРИТ И КОМПОНЕНТЫ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режимы · ход решений · объяснение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ДЕМО: РЕШЕНИЕ В ДЕТАЛЯХ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2026-09-29T16:43:50.3120000Z</dcterms:created>
  <dcterms:modified xsi:type="dcterms:W3CDTF">2026-09-29T16:43:50.3120000Z</dcterms:modified>
</coreProperties>
</file>