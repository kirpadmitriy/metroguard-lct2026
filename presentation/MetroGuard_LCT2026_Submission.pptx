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4ae86c9f234773" /><Relationship Type="http://schemas.openxmlformats.org/officeDocument/2006/relationships/extended-properties" Target="/docProps/app.xml" Id="R2c6ab582a0be4ce3" /><Relationship Type="http://schemas.openxmlformats.org/officeDocument/2006/relationships/officeDocument" Target="/ppt/presentation.xml" Id="Re77babf1fe5045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b3f48982e34454"/>
  </p:sldMasterIdLst>
  <p:notesMasterIdLst>
    <p:notesMasterId xmlns:r="http://schemas.openxmlformats.org/officeDocument/2006/relationships" r:id="R984c362926cf49af"/>
  </p:notesMasterIdLst>
  <p:sldIdLst>
    <p:sldId xmlns:r="http://schemas.openxmlformats.org/officeDocument/2006/relationships" id="256" r:id="Rd1f0cec3610e402a"/>
    <p:sldId xmlns:r="http://schemas.openxmlformats.org/officeDocument/2006/relationships" id="257" r:id="R9149e36acc8e409d"/>
    <p:sldId xmlns:r="http://schemas.openxmlformats.org/officeDocument/2006/relationships" id="258" r:id="R55d3f474b62942a2"/>
    <p:sldId xmlns:r="http://schemas.openxmlformats.org/officeDocument/2006/relationships" id="259" r:id="Rdbb6688b2e99490a"/>
    <p:sldId xmlns:r="http://schemas.openxmlformats.org/officeDocument/2006/relationships" id="260" r:id="R2c0efefbd21d49b3"/>
    <p:sldId xmlns:r="http://schemas.openxmlformats.org/officeDocument/2006/relationships" id="261" r:id="R23037e22fbc34a6e"/>
    <p:sldId xmlns:r="http://schemas.openxmlformats.org/officeDocument/2006/relationships" id="262" r:id="Rcf86316d0f3c481c"/>
    <p:sldId xmlns:r="http://schemas.openxmlformats.org/officeDocument/2006/relationships" id="263" r:id="Rb29a3eeae90f4cf4"/>
    <p:sldId xmlns:r="http://schemas.openxmlformats.org/officeDocument/2006/relationships" id="264" r:id="Rfe0507fbda7141a4"/>
    <p:sldId xmlns:r="http://schemas.openxmlformats.org/officeDocument/2006/relationships" id="265" r:id="R43b3f978328a44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00f099dfd24758" /><Relationship Type="http://schemas.openxmlformats.org/officeDocument/2006/relationships/slideMaster" Target="/ppt/slideMasters/slideMaster1.xml" Id="R16b3f48982e34454" /><Relationship Type="http://schemas.openxmlformats.org/officeDocument/2006/relationships/notesMaster" Target="/ppt/notesMasters/notesMaster1.xml" Id="R984c362926cf49af" /><Relationship Type="http://schemas.openxmlformats.org/officeDocument/2006/relationships/presProps" Target="/ppt/presProps.xml" Id="Re40b31bb507842e8" /><Relationship Type="http://schemas.openxmlformats.org/officeDocument/2006/relationships/viewProps" Target="/ppt/viewProps.xml" Id="Rb4b07b49e30c4fe8" /><Relationship Type="http://schemas.openxmlformats.org/officeDocument/2006/relationships/tableStyles" Target="/ppt/tableStyles.xml" Id="Rde203922dcbb48e5" /><Relationship Type="http://schemas.openxmlformats.org/officeDocument/2006/relationships/slide" Target="/ppt/slides/slide1.xml" Id="Rd1f0cec3610e402a" /><Relationship Type="http://schemas.openxmlformats.org/officeDocument/2006/relationships/slide" Target="/ppt/slides/slide2.xml" Id="R9149e36acc8e409d" /><Relationship Type="http://schemas.openxmlformats.org/officeDocument/2006/relationships/slide" Target="/ppt/slides/slide3.xml" Id="R55d3f474b62942a2" /><Relationship Type="http://schemas.openxmlformats.org/officeDocument/2006/relationships/slide" Target="/ppt/slides/slide4.xml" Id="Rdbb6688b2e99490a" /><Relationship Type="http://schemas.openxmlformats.org/officeDocument/2006/relationships/slide" Target="/ppt/slides/slide5.xml" Id="R2c0efefbd21d49b3" /><Relationship Type="http://schemas.openxmlformats.org/officeDocument/2006/relationships/slide" Target="/ppt/slides/slide6.xml" Id="R23037e22fbc34a6e" /><Relationship Type="http://schemas.openxmlformats.org/officeDocument/2006/relationships/slide" Target="/ppt/slides/slide7.xml" Id="Rcf86316d0f3c481c" /><Relationship Type="http://schemas.openxmlformats.org/officeDocument/2006/relationships/slide" Target="/ppt/slides/slide8.xml" Id="Rb29a3eeae90f4cf4" /><Relationship Type="http://schemas.openxmlformats.org/officeDocument/2006/relationships/slide" Target="/ppt/slides/slide9.xml" Id="Rfe0507fbda7141a4" /><Relationship Type="http://schemas.openxmlformats.org/officeDocument/2006/relationships/slide" Target="/ppt/slides/slide10.xml" Id="R43b3f978328a44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327fe81b904e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e9f06ef54d44a5" /><Relationship Type="http://schemas.openxmlformats.org/officeDocument/2006/relationships/notesMaster" Target="/ppt/notesMasters/notesMaster1.xml" Id="R06bc82daa64040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9bb99605224cb3" /><Relationship Type="http://schemas.openxmlformats.org/officeDocument/2006/relationships/notesMaster" Target="/ppt/notesMasters/notesMaster1.xml" Id="Rb05c84dd8b134c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78504e57b4486c" /><Relationship Type="http://schemas.openxmlformats.org/officeDocument/2006/relationships/notesMaster" Target="/ppt/notesMasters/notesMaster1.xml" Id="R75b589da586642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e4ff516a0b4437" /><Relationship Type="http://schemas.openxmlformats.org/officeDocument/2006/relationships/notesMaster" Target="/ppt/notesMasters/notesMaster1.xml" Id="Rbe81d0282e1246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7558e99a914aed" /><Relationship Type="http://schemas.openxmlformats.org/officeDocument/2006/relationships/notesMaster" Target="/ppt/notesMasters/notesMaster1.xml" Id="R1761f7d90c2d45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764a77cec04392" /><Relationship Type="http://schemas.openxmlformats.org/officeDocument/2006/relationships/notesMaster" Target="/ppt/notesMasters/notesMaster1.xml" Id="Rcb55dd60905b44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cbdcab9eaa4d71" /><Relationship Type="http://schemas.openxmlformats.org/officeDocument/2006/relationships/notesMaster" Target="/ppt/notesMasters/notesMaster1.xml" Id="Ra3a3af2b4d0d4e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d8fd9dd2094f0c" /><Relationship Type="http://schemas.openxmlformats.org/officeDocument/2006/relationships/notesMaster" Target="/ppt/notesMasters/notesMaster1.xml" Id="Re1cf86fa73e644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5c2b97ee8f4d19" /><Relationship Type="http://schemas.openxmlformats.org/officeDocument/2006/relationships/notesMaster" Target="/ppt/notesMasters/notesMaster1.xml" Id="R5578a2798a6647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9024120e9e48cd" /><Relationship Type="http://schemas.openxmlformats.org/officeDocument/2006/relationships/notesMaster" Target="/ppt/notesMasters/notesMaster1.xml" Id="Rbeddd1eb314841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Кирпа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665286b7d4620" /><Relationship Type="http://schemas.openxmlformats.org/officeDocument/2006/relationships/image" Target="/ppt/media/image2.png" Id="Rf209835369a54e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63243851245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276eccd18f4a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fffc06371d4d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7329bb4ef4bc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b8cd69402b4dd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39368ecea048c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e6db87fdfd47a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52daefb9d4b5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3c846ebc884fc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241fa8f444d6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1c46d51fd405a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d287d403d841f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34a418d6b4407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4374f31574f1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62859cbac455b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e3a1392534cfc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846b612ed4852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c7b80625a94e80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c16a809dd442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cc9843f233479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f1c2732fee423e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31f28cffdb464b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f209835369a54e5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ca947d437c254145" /><Relationship Type="http://schemas.openxmlformats.org/officeDocument/2006/relationships/theme" Target="/ppt/slideMasters/theme/theme2.xml" Id="Rf8021ccf1f6c4a17" /><Relationship Type="http://schemas.openxmlformats.org/officeDocument/2006/relationships/slideLayout" Target="/ppt/slideLayouts/slideLayout1.xml" Id="R9e03f3a7a46b4789" /><Relationship Type="http://schemas.openxmlformats.org/officeDocument/2006/relationships/slideLayout" Target="/ppt/slideLayouts/slideLayout2.xml" Id="R17f2084e1f694917" /><Relationship Type="http://schemas.openxmlformats.org/officeDocument/2006/relationships/slideLayout" Target="/ppt/slideLayouts/slideLayout3.xml" Id="Rcbf3866f86b24c62" /><Relationship Type="http://schemas.openxmlformats.org/officeDocument/2006/relationships/slideLayout" Target="/ppt/slideLayouts/slideLayout4.xml" Id="R66091696e8ae4014" /><Relationship Type="http://schemas.openxmlformats.org/officeDocument/2006/relationships/slideLayout" Target="/ppt/slideLayouts/slideLayout5.xml" Id="Rabdfc837fce24ebd" /><Relationship Type="http://schemas.openxmlformats.org/officeDocument/2006/relationships/slideLayout" Target="/ppt/slideLayouts/slideLayout6.xml" Id="Rfc30cfcb6a9e4146" /><Relationship Type="http://schemas.openxmlformats.org/officeDocument/2006/relationships/slideLayout" Target="/ppt/slideLayouts/slideLayout7.xml" Id="R7422be70495f48a1" /><Relationship Type="http://schemas.openxmlformats.org/officeDocument/2006/relationships/slideLayout" Target="/ppt/slideLayouts/slideLayout8.xml" Id="Ra4c4f24bed2047a4" /><Relationship Type="http://schemas.openxmlformats.org/officeDocument/2006/relationships/slideLayout" Target="/ppt/slideLayouts/slideLayout9.xml" Id="Rdbedcd57be1f45ee" /><Relationship Type="http://schemas.openxmlformats.org/officeDocument/2006/relationships/slideLayout" Target="/ppt/slideLayouts/slideLayout10.xml" Id="Rc18280ebe78944f3" /><Relationship Type="http://schemas.openxmlformats.org/officeDocument/2006/relationships/slideLayout" Target="/ppt/slideLayouts/slideLayout11.xml" Id="R2c4dbe0aaa8c43ac" /><Relationship Type="http://schemas.openxmlformats.org/officeDocument/2006/relationships/slideLayout" Target="/ppt/slideLayouts/slideLayout12.xml" Id="R9025648bc6e445f8" /><Relationship Type="http://schemas.openxmlformats.org/officeDocument/2006/relationships/slideLayout" Target="/ppt/slideLayouts/slideLayout13.xml" Id="Rfbaab072995745ce" /><Relationship Type="http://schemas.openxmlformats.org/officeDocument/2006/relationships/slideLayout" Target="/ppt/slideLayouts/slideLayout14.xml" Id="R3ef269e7ca5a4de1" /><Relationship Type="http://schemas.openxmlformats.org/officeDocument/2006/relationships/slideLayout" Target="/ppt/slideLayouts/slideLayout15.xml" Id="Rd40297fca5674227" /><Relationship Type="http://schemas.openxmlformats.org/officeDocument/2006/relationships/slideLayout" Target="/ppt/slideLayouts/slideLayout16.xml" Id="R7a548ee545004844" /><Relationship Type="http://schemas.openxmlformats.org/officeDocument/2006/relationships/slideLayout" Target="/ppt/slideLayouts/slideLayout17.xml" Id="R154802d28e3c4532" /><Relationship Type="http://schemas.openxmlformats.org/officeDocument/2006/relationships/slideLayout" Target="/ppt/slideLayouts/slideLayout18.xml" Id="R91ad6087dfff4211" /><Relationship Type="http://schemas.openxmlformats.org/officeDocument/2006/relationships/slideLayout" Target="/ppt/slideLayouts/slideLayout19.xml" Id="R0061c7c446b043d2" /><Relationship Type="http://schemas.openxmlformats.org/officeDocument/2006/relationships/slideLayout" Target="/ppt/slideLayouts/slideLayout20.xml" Id="Rc32a2ebc7a854543" /><Relationship Type="http://schemas.openxmlformats.org/officeDocument/2006/relationships/slideLayout" Target="/ppt/slideLayouts/slideLayout21.xml" Id="R890dad012d374f7c" /><Relationship Type="http://schemas.openxmlformats.org/officeDocument/2006/relationships/slideLayout" Target="/ppt/slideLayouts/slideLayout22.xml" Id="R306c4db688f44c07" /><Relationship Type="http://schemas.openxmlformats.org/officeDocument/2006/relationships/slideLayout" Target="/ppt/slideLayouts/slideLayout23.xml" Id="R3822f050992e40d6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a947d437c25414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03f3a7a46b4789"/>
    <p:sldLayoutId xmlns:r="http://schemas.openxmlformats.org/officeDocument/2006/relationships" id="2147483650" r:id="R17f2084e1f694917"/>
    <p:sldLayoutId xmlns:r="http://schemas.openxmlformats.org/officeDocument/2006/relationships" id="2147483651" r:id="Rcbf3866f86b24c62"/>
    <p:sldLayoutId xmlns:r="http://schemas.openxmlformats.org/officeDocument/2006/relationships" id="2147483652" r:id="R66091696e8ae4014"/>
    <p:sldLayoutId xmlns:r="http://schemas.openxmlformats.org/officeDocument/2006/relationships" id="2147483653" r:id="Rabdfc837fce24ebd"/>
    <p:sldLayoutId xmlns:r="http://schemas.openxmlformats.org/officeDocument/2006/relationships" id="2147483654" r:id="Rfc30cfcb6a9e4146"/>
    <p:sldLayoutId xmlns:r="http://schemas.openxmlformats.org/officeDocument/2006/relationships" id="2147483655" r:id="R7422be70495f48a1"/>
    <p:sldLayoutId xmlns:r="http://schemas.openxmlformats.org/officeDocument/2006/relationships" id="2147483656" r:id="Ra4c4f24bed2047a4"/>
    <p:sldLayoutId xmlns:r="http://schemas.openxmlformats.org/officeDocument/2006/relationships" id="2147483657" r:id="Rdbedcd57be1f45ee"/>
    <p:sldLayoutId xmlns:r="http://schemas.openxmlformats.org/officeDocument/2006/relationships" id="2147483658" r:id="Rc18280ebe78944f3"/>
    <p:sldLayoutId xmlns:r="http://schemas.openxmlformats.org/officeDocument/2006/relationships" id="2147483659" r:id="R2c4dbe0aaa8c43ac"/>
    <p:sldLayoutId xmlns:r="http://schemas.openxmlformats.org/officeDocument/2006/relationships" id="2147483660" r:id="R9025648bc6e445f8"/>
    <p:sldLayoutId xmlns:r="http://schemas.openxmlformats.org/officeDocument/2006/relationships" id="2147483661" r:id="Rfbaab072995745ce"/>
    <p:sldLayoutId xmlns:r="http://schemas.openxmlformats.org/officeDocument/2006/relationships" id="2147483662" r:id="R3ef269e7ca5a4de1"/>
    <p:sldLayoutId xmlns:r="http://schemas.openxmlformats.org/officeDocument/2006/relationships" id="2147483663" r:id="Rd40297fca5674227"/>
    <p:sldLayoutId xmlns:r="http://schemas.openxmlformats.org/officeDocument/2006/relationships" id="2147483664" r:id="R7a548ee545004844"/>
    <p:sldLayoutId xmlns:r="http://schemas.openxmlformats.org/officeDocument/2006/relationships" id="2147483665" r:id="R154802d28e3c4532"/>
    <p:sldLayoutId xmlns:r="http://schemas.openxmlformats.org/officeDocument/2006/relationships" id="2147483666" r:id="R91ad6087dfff4211"/>
    <p:sldLayoutId xmlns:r="http://schemas.openxmlformats.org/officeDocument/2006/relationships" id="2147483667" r:id="R0061c7c446b043d2"/>
    <p:sldLayoutId xmlns:r="http://schemas.openxmlformats.org/officeDocument/2006/relationships" id="2147483668" r:id="Rc32a2ebc7a854543"/>
    <p:sldLayoutId xmlns:r="http://schemas.openxmlformats.org/officeDocument/2006/relationships" id="2147483669" r:id="R890dad012d374f7c"/>
    <p:sldLayoutId xmlns:r="http://schemas.openxmlformats.org/officeDocument/2006/relationships" id="2147483670" r:id="R306c4db688f44c07"/>
    <p:sldLayoutId xmlns:r="http://schemas.openxmlformats.org/officeDocument/2006/relationships" id="2147483671" r:id="R3822f050992e40d6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e04381ccc4a01" /><Relationship Type="http://schemas.openxmlformats.org/officeDocument/2006/relationships/notesSlide" Target="/ppt/notesSlides/notesSlide1.xml" Id="R6d110dc225cc4d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29c1b57c2a42b1" /><Relationship Type="http://schemas.openxmlformats.org/officeDocument/2006/relationships/image" Target="/ppt/media/image3.png" Id="R7739786e863a40aa" /><Relationship Type="http://schemas.openxmlformats.org/officeDocument/2006/relationships/image" Target="/ppt/media/image4.png" Id="Rb2dac1d7733a47cf" /><Relationship Type="http://schemas.openxmlformats.org/officeDocument/2006/relationships/notesSlide" Target="/ppt/notesSlides/notesSlide2.xml" Id="Rf8d4eee3e34248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db4ff719a242c6" /><Relationship Type="http://schemas.openxmlformats.org/officeDocument/2006/relationships/image" Target="/ppt/media/image.png" Id="R3a59e59c22e5473a" /><Relationship Type="http://schemas.openxmlformats.org/officeDocument/2006/relationships/image" Target="/ppt/media/image5.png" Id="R791853421198495b" /><Relationship Type="http://schemas.openxmlformats.org/officeDocument/2006/relationships/notesSlide" Target="/ppt/notesSlides/notesSlide3.xml" Id="R62d30841c16541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613d5e3a41423f" /><Relationship Type="http://schemas.openxmlformats.org/officeDocument/2006/relationships/image" Target="/ppt/media/image6.png" Id="R18c5f2b5ce2e4c58" /><Relationship Type="http://schemas.openxmlformats.org/officeDocument/2006/relationships/notesSlide" Target="/ppt/notesSlides/notesSlide4.xml" Id="R141b7a3cff3a4d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b88157016484caa" /><Relationship Type="http://schemas.openxmlformats.org/officeDocument/2006/relationships/image" Target="/ppt/media/image.png" Id="Rad2beb42a7cd4aca" /><Relationship Type="http://schemas.openxmlformats.org/officeDocument/2006/relationships/notesSlide" Target="/ppt/notesSlides/notesSlide5.xml" Id="R239866eda3c547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567b16ed6ea49c8" /><Relationship Type="http://schemas.openxmlformats.org/officeDocument/2006/relationships/image" Target="/ppt/media/image6.png" Id="Rc418c0f017cd4850" /><Relationship Type="http://schemas.openxmlformats.org/officeDocument/2006/relationships/notesSlide" Target="/ppt/notesSlides/notesSlide6.xml" Id="R1181a4fabd7448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fd3867e067264736" /><Relationship Type="http://schemas.openxmlformats.org/officeDocument/2006/relationships/image" Target="/ppt/media/image3.png" Id="Rb7bdc6a3f5254b3f" /><Relationship Type="http://schemas.openxmlformats.org/officeDocument/2006/relationships/notesSlide" Target="/ppt/notesSlides/notesSlide7.xml" Id="Race3bcec7ef646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b54b02afd3d4ce9" /><Relationship Type="http://schemas.openxmlformats.org/officeDocument/2006/relationships/image" Target="/ppt/media/image3.png" Id="R2979598400da4545" /><Relationship Type="http://schemas.openxmlformats.org/officeDocument/2006/relationships/notesSlide" Target="/ppt/notesSlides/notesSlide8.xml" Id="Rf750a6321b2148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ab2f5dc6f554acd" /><Relationship Type="http://schemas.openxmlformats.org/officeDocument/2006/relationships/image" Target="/ppt/media/image6.png" Id="Re2f198951df5453f" /><Relationship Type="http://schemas.openxmlformats.org/officeDocument/2006/relationships/notesSlide" Target="/ppt/notesSlides/notesSlide9.xml" Id="Rdf0f15dc218849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ec670a2fdcc24c59" /><Relationship Type="http://schemas.openxmlformats.org/officeDocument/2006/relationships/image" Target="/ppt/media/image.png" Id="Rb38a52613621437f" /><Relationship Type="http://schemas.openxmlformats.org/officeDocument/2006/relationships/notesSlide" Target="/ppt/notesSlides/notesSlide10.xml" Id="R98fc4fc0b90248a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739786e863a40a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3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b2dac1d7733a47cf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Что сделали: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Геометрический контур фиксирует вторжение в габарит. Ансамбль деревьев оценивает форму, плотность и положение объекта и отсекает элементы тоннеля. На выходе — состояние пути и расстояние до ближайшего препятствия.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Результат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принимается решение: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BA3B85-D9CF-4909-B8EC-43F3927E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43350"/>
            <a:ext cx="5286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1,44% тревожных кадров</a:t>
            </a:r>
          </a:p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100% специфичности на тестах с точной разметкой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D5778E-652A-439E-8184-4C9457E2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05375"/>
            <a:ext cx="5286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1C1D22"/>
                </a:solidFill>
              </a:defRPr>
            </a:pPr>
            <a:r>
              <a:rPr sz="1275" b="0" i="1">
                <a:solidFill>
                  <a:srgbClr val="1C1D22"/>
                </a:solidFill>
              </a:rPr>
              <a:t>Режим по умолчанию: ансамбль из 100 деревьев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a59e59c22e5473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285750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RL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Юрий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AI-native команда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762000" y="3905250"/>
            <a:ext cx="2857500" cy="142875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853421198495b"/>
          <a:stretch xmlns:a="http://schemas.openxmlformats.org/drawingml/2006/main"/>
        </p:blipFill>
        <p:spPr>
          <a:xfrm xmlns:a="http://schemas.openxmlformats.org/drawingml/2006/main">
            <a:off x="8810625" y="1763713"/>
            <a:ext cx="2381250" cy="15875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5CB6928-9DAC-4F7C-8D8A-2BF1B85E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ДК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BCEB62-4275-4D51-A216-E1962839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ЮК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D82EA64-94ED-4BEF-9B04-AE1475C1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6931"/>
          </a:bodyPr>
          <a:lstStyle xmlns:a="http://schemas.openxmlformats.org/drawingml/2006/main"/>
          <a:p xmlns:a="http://schemas.openxmlformats.org/drawingml/2006/main">
            <a:pPr algn="l">
              <a:defRPr sz="1238" b="1" i="0">
                <a:solidFill>
                  <a:srgbClr val="1C1D22"/>
                </a:solidFill>
              </a:defRPr>
            </a:pPr>
            <a:r>
              <a:rPr sz="1238" b="1" i="0">
                <a:solidFill>
                  <a:srgbClr val="1C1D22"/>
                </a:solidFill>
              </a:rPr>
              <a:t>Человек + агенты: складываем сильные стороны.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0D2265C-1B94-418E-9A66-662D696E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85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1C1D22"/>
                </a:solidFill>
              </a:defRPr>
            </a:pPr>
            <a:r>
              <a:rPr sz="1163" b="0" i="0">
                <a:solidFill>
                  <a:srgbClr val="1C1D22"/>
                </a:solidFill>
              </a:rPr>
              <a:t>Мы задаём направление, критерии качества и принимаем решения. Агенты помогают исследовать варианты, писать код и проводить эксперименты.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8CD9F63-1B2A-435F-A7A1-23917680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435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 i="1">
                <a:solidFill>
                  <a:srgbClr val="520977"/>
                </a:solidFill>
              </a:defRPr>
            </a:pPr>
            <a:r>
              <a:rPr sz="1013" b="0" i="1">
                <a:solidFill>
                  <a:srgbClr val="520977"/>
                </a:solidFill>
              </a:rPr>
              <a:t>dikiydiamond@yandex.ru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8c5f2b5ce2e4c5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После LLM нас больше всего интересуют системы, которые воспринимают физический мир и действуют в нём. Мы используем каждую возможность развивать этот навык.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Робототехника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Облака точек, ROS 2, синтетические препятствия и измеримые ошибки дают пространство для настоящих экспериментов.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Поработать с LiDAR и метриками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Мы хотели измерить, на что способна связка людей и агентных команд, когда работа распределена по сильным сторонам и у каждого результата есть проверяемый критерий.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Проверить AI-native процесс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d2beb42a7cd4ac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НАХОДИМ ПРЕПЯТСТВИЕ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3 ТИПА ОТВЕТА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F37C1D-A86A-4F46-98ED-21CC5DF7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38EC12-A584-40A0-9203-CD1DEE64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По двум рельсовым нитям восстанавливаем центр, высоту и поворот пути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A6757A-C4D2-4E92-B24E-A5CE51D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F5F6CF-AD2C-4079-9F2A-B99D671D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Строим габарит 2,1 × 3,0 м вдоль найденной траектории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8FE453-D4DF-4FA2-A4AD-36BADE67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27C41B-A7A6-4126-B36C-BEA64657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Объединяем точки внутри габарита в связные компоненты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7A47E5-B545-40F3-9EB2-90B255BD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A94D4A-D749-481B-AEAF-B7245566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Extra Trees: 100 деревьев оценивают форму, плотность и положение кандидата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0061E3-4740-4F2B-8202-4531A224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E0EA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ПРЕПЯТСТВИЕ — объект подтверждён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4CC089-77C4-4B7E-A618-4F57F356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7EF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ПУТЬ СВОБОДЕН — габарит виден и пуст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773480-9B1C-4EFF-A630-07D289EF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D6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НЕДОСТАТОЧНО ДАННЫХ — зона пути видна 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6424E1-7F41-4C0A-B8C3-028A20E7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714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На CPU, без карты тоннеля и дообучения.</a:t>
            </a:r>
          </a:p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В демо видны габарит, компоненты и расстояние до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18c0f017cd485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Optional[Память маршрута]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Если есть чистая запись знакомого участка, текущий кадр сравнивается с кадром из той же точки маршрута. Новые объекты выделяются как изменения. В новом тоннеле режим выключен.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7bdc6a3f5254b3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 записей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2 488 кадров · ≈ 4 минуты · 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тоннели, платформа, гермозатвор и стрелка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ОБУЧЕНИЕ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Чистые проезды + наши 3D-препятствия, вставленные в реальные направления лучей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ВАЛИДАЦИЯ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Откладывали целые записи, не соседние кадры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ТЕСТ ОТ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Отдельная синтетическая сцена: объекты внутри, снаружи и над габаритом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РАЗДЕЛЕНИЕ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обучение и валидация на разных записях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НАША СИНТЕТИКА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реальные лучи и корректное перекрытие тоннеля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СИНТЕТИКА ОТ ОРГАНИЗАТОРОВ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отдельный тест, не использовалась в обучении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979598400da454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Читаем 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XYZI / XYZIRT; шаг точки 16 или 26 байт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Находим рельсы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 пути, высота и поворот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Строим габарит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2,1 × 3,0 м вдоль кривой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Собираем кандидатов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компоненты, признаки и Extra Trees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Возвращаем результат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статус, расстояние и компоненты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2f198951df5453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 для полноты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68,0% — точные объекты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90,6% — незнакомые формы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Минус: много лишних тревог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 для снижения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100% специфичности на точных тестах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Режим по умолчанию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Сравнение проездов для знакомого маршрута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Чистый кадр из той же позиции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полноты на 376 парах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Только для знакомого маршрута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8a52613621437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ПРОВЕРЯЕМ, ВИДЕН ЛИ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объект дал 0–2 отражения, лидар его почти не видел — такой кадр не считаем отдельным примером. Интервалы без точной разметки оцениваем целиком.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2026-09-29T17:31:21.3540000Z</dcterms:created>
  <dcterms:modified xsi:type="dcterms:W3CDTF">2026-09-29T17:31:21.3540000Z</dcterms:modified>
</coreProperties>
</file>