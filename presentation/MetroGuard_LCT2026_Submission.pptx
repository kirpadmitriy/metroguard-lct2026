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cfeb0a53d5b4407" /><Relationship Type="http://schemas.openxmlformats.org/officeDocument/2006/relationships/extended-properties" Target="/docProps/app.xml" Id="R8023634431364b14" /><Relationship Type="http://schemas.openxmlformats.org/officeDocument/2006/relationships/officeDocument" Target="/ppt/presentation.xml" Id="Ra4e68d83b3544f1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2ace3daa6914a96"/>
  </p:sldMasterIdLst>
  <p:notesMasterIdLst>
    <p:notesMasterId xmlns:r="http://schemas.openxmlformats.org/officeDocument/2006/relationships" r:id="Rfc276ce3abc94029"/>
  </p:notesMasterIdLst>
  <p:sldIdLst>
    <p:sldId xmlns:r="http://schemas.openxmlformats.org/officeDocument/2006/relationships" id="256" r:id="R9d71b463d5cc4d55"/>
    <p:sldId xmlns:r="http://schemas.openxmlformats.org/officeDocument/2006/relationships" id="257" r:id="Rd2c0cd55debc4bd6"/>
    <p:sldId xmlns:r="http://schemas.openxmlformats.org/officeDocument/2006/relationships" id="258" r:id="R6faa5968a27d4d47"/>
    <p:sldId xmlns:r="http://schemas.openxmlformats.org/officeDocument/2006/relationships" id="259" r:id="Rbf805b1d50a3450b"/>
    <p:sldId xmlns:r="http://schemas.openxmlformats.org/officeDocument/2006/relationships" id="260" r:id="R248363d0051148e6"/>
    <p:sldId xmlns:r="http://schemas.openxmlformats.org/officeDocument/2006/relationships" id="261" r:id="Re424ea706afd4925"/>
    <p:sldId xmlns:r="http://schemas.openxmlformats.org/officeDocument/2006/relationships" id="262" r:id="R74157be285e945e6"/>
    <p:sldId xmlns:r="http://schemas.openxmlformats.org/officeDocument/2006/relationships" id="263" r:id="R0fd92faf4aa44d8d"/>
    <p:sldId xmlns:r="http://schemas.openxmlformats.org/officeDocument/2006/relationships" id="264" r:id="R963075c1110b4759"/>
    <p:sldId xmlns:r="http://schemas.openxmlformats.org/officeDocument/2006/relationships" id="265" r:id="R04176e505a4944e0"/>
    <p:sldId xmlns:r="http://schemas.openxmlformats.org/officeDocument/2006/relationships" id="266" r:id="Rbc238c1a57d0459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2f5b7e874544646" /><Relationship Type="http://schemas.openxmlformats.org/officeDocument/2006/relationships/slideMaster" Target="/ppt/slideMasters/slideMaster1.xml" Id="Rc2ace3daa6914a96" /><Relationship Type="http://schemas.openxmlformats.org/officeDocument/2006/relationships/notesMaster" Target="/ppt/notesMasters/notesMaster1.xml" Id="Rfc276ce3abc94029" /><Relationship Type="http://schemas.openxmlformats.org/officeDocument/2006/relationships/presProps" Target="/ppt/presProps.xml" Id="R8cffd99b8a0e4beb" /><Relationship Type="http://schemas.openxmlformats.org/officeDocument/2006/relationships/viewProps" Target="/ppt/viewProps.xml" Id="Rb2f5037a46a846e9" /><Relationship Type="http://schemas.openxmlformats.org/officeDocument/2006/relationships/tableStyles" Target="/ppt/tableStyles.xml" Id="R64c936566f3448b4" /><Relationship Type="http://schemas.openxmlformats.org/officeDocument/2006/relationships/slide" Target="/ppt/slides/slide1.xml" Id="R9d71b463d5cc4d55" /><Relationship Type="http://schemas.openxmlformats.org/officeDocument/2006/relationships/slide" Target="/ppt/slides/slide2.xml" Id="Rd2c0cd55debc4bd6" /><Relationship Type="http://schemas.openxmlformats.org/officeDocument/2006/relationships/slide" Target="/ppt/slides/slide3.xml" Id="R6faa5968a27d4d47" /><Relationship Type="http://schemas.openxmlformats.org/officeDocument/2006/relationships/slide" Target="/ppt/slides/slide4.xml" Id="Rbf805b1d50a3450b" /><Relationship Type="http://schemas.openxmlformats.org/officeDocument/2006/relationships/slide" Target="/ppt/slides/slide5.xml" Id="R248363d0051148e6" /><Relationship Type="http://schemas.openxmlformats.org/officeDocument/2006/relationships/slide" Target="/ppt/slides/slide6.xml" Id="Re424ea706afd4925" /><Relationship Type="http://schemas.openxmlformats.org/officeDocument/2006/relationships/slide" Target="/ppt/slides/slide7.xml" Id="R74157be285e945e6" /><Relationship Type="http://schemas.openxmlformats.org/officeDocument/2006/relationships/slide" Target="/ppt/slides/slide8.xml" Id="R0fd92faf4aa44d8d" /><Relationship Type="http://schemas.openxmlformats.org/officeDocument/2006/relationships/slide" Target="/ppt/slides/slide9.xml" Id="R963075c1110b4759" /><Relationship Type="http://schemas.openxmlformats.org/officeDocument/2006/relationships/slide" Target="/ppt/slides/slide10.xml" Id="R04176e505a4944e0" /><Relationship Type="http://schemas.openxmlformats.org/officeDocument/2006/relationships/slide" Target="/ppt/slides/slide11.xml" Id="Rbc238c1a57d0459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b1dfb9515d1439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1575952573e4fb3" /><Relationship Type="http://schemas.openxmlformats.org/officeDocument/2006/relationships/notesMaster" Target="/ppt/notesMasters/notesMaster1.xml" Id="Rc430d14c78544f2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a456d049ae04bc9" /><Relationship Type="http://schemas.openxmlformats.org/officeDocument/2006/relationships/notesMaster" Target="/ppt/notesMasters/notesMaster1.xml" Id="Rd5684120089f490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bca009805c34060" /><Relationship Type="http://schemas.openxmlformats.org/officeDocument/2006/relationships/notesMaster" Target="/ppt/notesMasters/notesMaster1.xml" Id="R064b342db2b0498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c39c3149e464d73" /><Relationship Type="http://schemas.openxmlformats.org/officeDocument/2006/relationships/notesMaster" Target="/ppt/notesMasters/notesMaster1.xml" Id="R023865a7adfe4f7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e380317b87e45aa" /><Relationship Type="http://schemas.openxmlformats.org/officeDocument/2006/relationships/notesMaster" Target="/ppt/notesMasters/notesMaster1.xml" Id="Re0af8665b70843d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4ff18bb157843cd" /><Relationship Type="http://schemas.openxmlformats.org/officeDocument/2006/relationships/notesMaster" Target="/ppt/notesMasters/notesMaster1.xml" Id="R79d329e7aec44c7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29fc90da9c84676" /><Relationship Type="http://schemas.openxmlformats.org/officeDocument/2006/relationships/notesMaster" Target="/ppt/notesMasters/notesMaster1.xml" Id="R14ab51c30a094ad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618949c27c24498" /><Relationship Type="http://schemas.openxmlformats.org/officeDocument/2006/relationships/notesMaster" Target="/ppt/notesMasters/notesMaster1.xml" Id="R6f841bf5709e4c0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58b8332fdd743f5" /><Relationship Type="http://schemas.openxmlformats.org/officeDocument/2006/relationships/notesMaster" Target="/ppt/notesMasters/notesMaster1.xml" Id="R0cd7b697c7974ce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0a5990e7446497a" /><Relationship Type="http://schemas.openxmlformats.org/officeDocument/2006/relationships/notesMaster" Target="/ppt/notesMasters/notesMaster1.xml" Id="R5a5ec15b14b542d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f569111073a44c0" /><Relationship Type="http://schemas.openxmlformats.org/officeDocument/2006/relationships/notesMaster" Target="/ppt/notesMasters/notesMaster1.xml" Id="Rbc741ff64f2d428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project naming and runtime contract: release/metroguard-lct2026/README.md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release/metroguard-lct2026/README.md</a:t>
            </a:r>
          </a:p>
          <a:p xmlns:a="http://schemas.openxmlformats.org/drawingml/2006/main">
            <a:r>
              <a:t>- release/metroguard-lct2026/experiments/registry.json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Team name and roster confirmed by the team owner: ITMO GPT; Кирпа Дмитрий and Кирпа Юрий.</a:t>
            </a:r>
            <a:endParaRPr/>
          </a:p>
          <a:p xmlns:a="http://schemas.openxmlformats.org/drawingml/2006/main">
            <a:r>
              <a:t>- Team mark generated specifically for this deck with OpenAI image generation; no external brand asset used.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release/metroguard-lct2026/experiments/registry.json (69 experiments)</a:t>
            </a:r>
            <a:endParaRPr/>
          </a:p>
          <a:p xmlns:a="http://schemas.openxmlformats.org/drawingml/2006/main">
            <a:r>
              <a:t>- HACKATHON_TASK_BRIEF.md (false-positive priority and missing frame labels)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release/metroguard-lct2026/lidar_geometry/runtime_detector.py</a:t>
            </a:r>
          </a:p>
          <a:p xmlns:a="http://schemas.openxmlformats.org/drawingml/2006/main">
            <a:r>
              <a:t>- release/metroguard-lct2026/RESULTS.md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release/metroguard-lct2026/lidar_geometry/artifacts/competition_scorecard_exp067.json</a:t>
            </a:r>
          </a:p>
          <a:p xmlns:a="http://schemas.openxmlformats.org/drawingml/2006/main">
            <a:r>
              <a:t>- release/metroguard-lct2026/lidar_geometry/artifacts/linear_extra_trees_hybrid.npz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HACKATHON_TASK_BRIEF.md</a:t>
            </a:r>
          </a:p>
          <a:p xmlns:a="http://schemas.openxmlformats.org/drawingml/2006/main">
            <a:r>
              <a:t>- lidar_geometry/QNA_NOTES.md</a:t>
            </a:r>
          </a:p>
          <a:p xmlns:a="http://schemas.openxmlformats.org/drawingml/2006/main">
            <a:r>
              <a:t>- release/metroguard-lct2026/RESULTS.md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release/metroguard-lct2026/lidar_geometry/runtime_detector.py</a:t>
            </a:r>
          </a:p>
          <a:p xmlns:a="http://schemas.openxmlformats.org/drawingml/2006/main">
            <a:r>
              <a:t>- release/metroguard-lct2026/lidar_geometry/fast_detector.py</a:t>
            </a:r>
          </a:p>
          <a:p xmlns:a="http://schemas.openxmlformats.org/drawingml/2006/main">
            <a:r>
              <a:t>- release/metroguard-lct2026/lidar_geometry/portable_trees.py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release/metroguard-lct2026/lidar_geometry/artifacts/competition_scorecard_exp067.json</a:t>
            </a:r>
          </a:p>
          <a:p xmlns:a="http://schemas.openxmlformats.org/drawingml/2006/main">
            <a:r>
              <a:t>- release/metroguard-lct2026/experiments/registry.json (EXP-067)</a:t>
            </a:r>
          </a:p>
          <a:p xmlns:a="http://schemas.openxmlformats.org/drawingml/2006/main">
            <a:r>
              <a:t>- 79 tests = 64 lidar_geometry + 15 demo_app tests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release/metroguard-lct2026/lidar_geometry/synthetic.py</a:t>
            </a:r>
          </a:p>
          <a:p xmlns:a="http://schemas.openxmlformats.org/drawingml/2006/main">
            <a:r>
              <a:t>- release/metroguard-lct2026/lidar_geometry/artifacts/scenario_benchmark.json</a:t>
            </a:r>
          </a:p>
          <a:p xmlns:a="http://schemas.openxmlformats.org/drawingml/2006/main">
            <a:r>
              <a:t>- release/metroguard-lct2026/RESULTS.md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Public demo: https://93-77-179-211.nip.io</a:t>
            </a:r>
          </a:p>
          <a:p xmlns:a="http://schemas.openxmlformats.org/drawingml/2006/main">
            <a:r>
              <a:t>- release/metroguard-lct2026/demo_app/</a:t>
            </a:r>
          </a:p>
          <a:p xmlns:a="http://schemas.openxmlformats.org/drawingml/2006/main">
            <a:r>
              <a:t>- Screenshot uses a real organizer recording; it is qualitative evidence, not ground truth.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9dff4c622374edd" /><Relationship Type="http://schemas.openxmlformats.org/officeDocument/2006/relationships/image" Target="/ppt/media/image2.png" Id="R05a3666af0b44b7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52c484eb08d4d0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61c3cbf6390427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5d330c5792c4118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ef193768fc449d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aafcbc40bfe4440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f4437d87cc944f2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c1acace722426e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851c720ce844f34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55acca525944ad0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4ba4b91fbe54ad1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7d28f93184c41ba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b2b8e55cc7447e6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e12b7cd29f34998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543901955d84901" /></Relationships>
</file>

<file path=ppt/slideLayouts/_rels/slideLayout1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43878aaaa4a4c31" /></Relationships>
</file>

<file path=ppt/slideLayouts/_rels/slideLayout1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f1dad3deef4f98" /></Relationships>
</file>

<file path=ppt/slideLayouts/_rels/slideLayout1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200e42e341d4e02" /></Relationships>
</file>

<file path=ppt/slideLayouts/_rels/slideLayout1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7665660d0154a28" /></Relationships>
</file>

<file path=ppt/slideLayouts/_rels/slideLayout2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222a326bf2e4d23" /></Relationships>
</file>

<file path=ppt/slideLayouts/_rels/slideLayout2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a04399e13714cf1" /></Relationships>
</file>

<file path=ppt/slideLayouts/_rels/slideLayout2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9abd1307f8d4102" /></Relationships>
</file>

<file path=ppt/slideLayouts/_rels/slideLayout2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ce59b8092154812" /></Relationships>
</file>

<file path=ppt/slideLayouts/slideLayout1.xml><?xml version="1.0" encoding="utf-8"?>
<p:sldLayout xmlns:p="http://schemas.openxmlformats.org/presentationml/2006/main" preserve="1" userDrawn="1">
  <p:cSld name="Титульный слайд">
    <p:bg>
      <p:bgPr>
        <a:blipFill xmlns:a="http://schemas.openxmlformats.org/drawingml/2006/main" rotWithShape="1">
          <a:blip xmlns:r="http://schemas.openxmlformats.org/officeDocument/2006/relationships" r:embed="R05a3666af0b44b79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Рисунок 10">
            <a:extLst xmlns:a="http://schemas.openxmlformats.org/drawingml/2006/main"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xmlns:a="http://schemas.openxmlformats.org/drawingml/2006/main" noGrp="1"/>
          </p:cNvSpPr>
          <p:nvPr>
            <p:ph type="pic" idx="10" hasCustomPrompt="1"/>
          </p:nvPr>
        </p:nvSpPr>
        <p:spPr>
          <a:xfrm xmlns:a="http://schemas.openxmlformats.org/drawingml/2006/main">
            <a:off x="6792000" y="395288"/>
            <a:ext cx="5400000" cy="5400000"/>
          </a:xfrm>
        </p:spPr>
        <p:txBody>
          <a:bodyPr xmlns:a="http://schemas.openxmlformats.org/drawingml/2006/main" anchor="ctr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Иконка задачи</a:t>
            </a:r>
          </a:p>
        </p:txBody>
      </p:sp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xmlns:a="http://schemas.openxmlformats.org/drawingml/2006/main" noGrp="1"/>
          </p:cNvSpPr>
          <p:nvPr>
            <p:ph type="ctrTitle" idx="0" hasCustomPrompt="1"/>
          </p:nvPr>
        </p:nvSpPr>
        <p:spPr>
          <a:xfrm xmlns:a="http://schemas.openxmlformats.org/drawingml/2006/main">
            <a:off x="0" y="4323440"/>
            <a:ext cx="8930641" cy="82701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anchor="ctr"/>
          <a:lstStyle xmlns:a="http://schemas.openxmlformats.org/drawingml/2006/main">
            <a:lvl1pPr marL="0" indent="712788" algn="l">
              <a:buNone/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r>
              <a:t>НАЗВАНИЕ КОМАНДЫ</a:t>
            </a:r>
          </a:p>
        </p:txBody>
      </p:sp>
      <p:sp>
        <p:nvSpPr>
          <p:cNvPr id="42" name="Рисунок 41">
            <a:extLst xmlns:a="http://schemas.openxmlformats.org/drawingml/2006/main"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xmlns:a="http://schemas.openxmlformats.org/drawingml/2006/main" noGrp="1"/>
          </p:cNvSpPr>
          <p:nvPr>
            <p:ph type="pic" idx="11" hasCustomPrompt="1"/>
          </p:nvPr>
        </p:nvSpPr>
        <p:spPr>
          <a:xfrm xmlns:a="http://schemas.openxmlformats.org/drawingml/2006/main">
            <a:off x="802640" y="2911980"/>
            <a:ext cx="3386773" cy="1082589"/>
          </a:xfrm>
        </p:spPr>
        <p:txBody>
          <a:bodyPr xmlns:a="http://schemas.openxmlformats.org/drawingml/2006/main" anchor="ctr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Логотип/логотипы постановщика задачи</a:t>
            </a: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xmlns:a="http://schemas.openxmlformats.org/drawingml/2006/main" noGrp="1"/>
          </p:cNvSpPr>
          <p:nvPr>
            <p:ph type="body" idx="12" hasCustomPrompt="1"/>
          </p:nvPr>
        </p:nvSpPr>
        <p:spPr>
          <a:xfrm xmlns:a="http://schemas.openxmlformats.org/drawingml/2006/main">
            <a:off x="0" y="5149851"/>
            <a:ext cx="8930641" cy="75717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0" indent="712788">
              <a:buNone/>
              <a:defRPr sz="1800"/>
            </a:lvl1pPr>
          </a:lstStyle>
          <a:p xmlns:a="http://schemas.openxmlformats.org/drawingml/2006/main">
            <a:r>
              <a:rPr sz="1600" b="0"/>
              <a:t>Номер и название задачи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Рисунок 10">
            <a:extLst xmlns:a="http://schemas.openxmlformats.org/drawingml/2006/main"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xmlns:a="http://schemas.openxmlformats.org/drawingml/2006/main" noGrp="1"/>
          </p:cNvSpPr>
          <p:nvPr>
            <p:ph type="pic" idx="10" hasCustomPrompt="1"/>
          </p:nvPr>
        </p:nvSpPr>
        <p:spPr>
          <a:xfrm xmlns:a="http://schemas.openxmlformats.org/drawingml/2006/main">
            <a:off x="6894095" y="1044081"/>
            <a:ext cx="4962943" cy="2221824"/>
          </a:xfrm>
        </p:spPr>
        <p:txBody>
          <a:bodyPr xmlns:a="http://schemas.openxmlformats.org/drawingml/2006/main" anchor="ctr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Фото команды</a:t>
            </a:r>
          </a:p>
        </p:txBody>
      </p:sp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46075" y="395288"/>
            <a:ext cx="11244772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КОМАНДА «НАЗВАНИЕ»</a:t>
            </a:r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67EB9651-F031-4963-AFE9-33BCC0E88757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45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46075" y="395288"/>
            <a:ext cx="11244772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КОМАНДА «НАЗВАНИЕ»</a:t>
            </a:r>
          </a:p>
        </p:txBody>
      </p:sp>
      <p:sp>
        <p:nvSpPr>
          <p:cNvPr id="4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xmlns:a="http://schemas.openxmlformats.org/drawingml/2006/main" noGrp="1"/>
          </p:cNvSpPr>
          <p:nvPr>
            <p:ph type="body" idx="27" hasCustomPrompt="1"/>
          </p:nvPr>
        </p:nvSpPr>
        <p:spPr>
          <a:xfrm xmlns:a="http://schemas.openxmlformats.org/drawingml/2006/main">
            <a:off x="806323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  <p:sp>
        <p:nvSpPr>
          <p:cNvPr id="4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xmlns:a="http://schemas.openxmlformats.org/drawingml/2006/main" noGrp="1"/>
          </p:cNvSpPr>
          <p:nvPr>
            <p:ph type="body" idx="33" hasCustomPrompt="1"/>
          </p:nvPr>
        </p:nvSpPr>
        <p:spPr>
          <a:xfrm xmlns:a="http://schemas.openxmlformats.org/drawingml/2006/main">
            <a:off x="3014568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  <p:sp>
        <p:nvSpPr>
          <p:cNvPr id="5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xmlns:a="http://schemas.openxmlformats.org/drawingml/2006/main" noGrp="1"/>
          </p:cNvSpPr>
          <p:nvPr>
            <p:ph type="body" idx="35" hasCustomPrompt="1"/>
          </p:nvPr>
        </p:nvSpPr>
        <p:spPr>
          <a:xfrm xmlns:a="http://schemas.openxmlformats.org/drawingml/2006/main">
            <a:off x="5191192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  <p:sp>
        <p:nvSpPr>
          <p:cNvPr id="53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xmlns:a="http://schemas.openxmlformats.org/drawingml/2006/main" noGrp="1"/>
          </p:cNvSpPr>
          <p:nvPr>
            <p:ph type="body" idx="37" hasCustomPrompt="1"/>
          </p:nvPr>
        </p:nvSpPr>
        <p:spPr>
          <a:xfrm xmlns:a="http://schemas.openxmlformats.org/drawingml/2006/main">
            <a:off x="7366644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  <p:sp>
        <p:nvSpPr>
          <p:cNvPr id="5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xmlns:a="http://schemas.openxmlformats.org/drawingml/2006/main" noGrp="1"/>
          </p:cNvSpPr>
          <p:nvPr>
            <p:ph type="body" idx="39" hasCustomPrompt="1"/>
          </p:nvPr>
        </p:nvSpPr>
        <p:spPr>
          <a:xfrm xmlns:a="http://schemas.openxmlformats.org/drawingml/2006/main">
            <a:off x="9542096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Дата 3">
            <a:extLst xmlns:a="http://schemas.openxmlformats.org/drawingml/2006/main"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1021F813-DBA1-42EC-A748-A9CC16659E6B}" type="datetime1">
              <a:t>14.09.2026</a:t>
            </a:fld>
            <a:endParaRPr/>
          </a:p>
        </p:txBody>
      </p:sp>
      <p:sp>
        <p:nvSpPr>
          <p:cNvPr id="10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1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15392" y="1016177"/>
            <a:ext cx="11561229" cy="516079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21" name="Дата 3">
            <a:extLst xmlns:a="http://schemas.openxmlformats.org/drawingml/2006/main"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7DE2642A-6018-4CC1-81AB-5FD8D2782D4F}" type="datetime1">
              <a:t>14.09.2026</a:t>
            </a:fld>
            <a:endParaRPr/>
          </a:p>
        </p:txBody>
      </p:sp>
      <p:sp>
        <p:nvSpPr>
          <p:cNvPr id="22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23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4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>
            <a:lvl1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6.xml><?xml version="1.0" encoding="utf-8"?>
<p:sldLayout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Объект 2">
            <a:extLst xmlns:a="http://schemas.openxmlformats.org/drawingml/2006/main"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15387" y="1016001"/>
            <a:ext cx="5704418" cy="5184774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Объект 3">
            <a:extLst xmlns:a="http://schemas.openxmlformats.org/drawingml/2006/main"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6" y="1016001"/>
            <a:ext cx="5670473" cy="5184774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14" name="Дата 3">
            <a:extLst xmlns:a="http://schemas.openxmlformats.org/drawingml/2006/main"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43014BBE-C503-4380-A869-5EE8294FE947}" type="datetime1">
              <a:t>14.09.2026</a:t>
            </a:fld>
            <a:endParaRPr/>
          </a:p>
        </p:txBody>
      </p:sp>
      <p:sp>
        <p:nvSpPr>
          <p:cNvPr id="15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6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7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7.xml><?xml version="1.0" encoding="utf-8"?>
<p:sldLayout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5386" y="1015427"/>
            <a:ext cx="5682193" cy="365125"/>
          </a:xfrm>
        </p:spPr>
        <p:txBody>
          <a:bodyPr xmlns:a="http://schemas.openxmlformats.org/drawingml/2006/main" anchor="b">
            <a:normAutofit/>
          </a:bodyPr>
          <a:lstStyle xmlns:a="http://schemas.openxmlformats.org/drawingml/2006/main"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4" name="Объект 3">
            <a:extLst xmlns:a="http://schemas.openxmlformats.org/drawingml/2006/main"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349334" y="1598615"/>
            <a:ext cx="5648250" cy="460216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  <a:endParaRPr/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5" y="1015427"/>
            <a:ext cx="5684841" cy="365125"/>
          </a:xfrm>
        </p:spPr>
        <p:txBody>
          <a:bodyPr xmlns:a="http://schemas.openxmlformats.org/drawingml/2006/main" anchor="b">
            <a:normAutofit/>
          </a:bodyPr>
          <a:lstStyle xmlns:a="http://schemas.openxmlformats.org/drawingml/2006/main"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6" name="Объект 5">
            <a:extLst xmlns:a="http://schemas.openxmlformats.org/drawingml/2006/main"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2" y="1598615"/>
            <a:ext cx="5670473" cy="460216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12" name="Дата 3">
            <a:extLst xmlns:a="http://schemas.openxmlformats.org/drawingml/2006/main"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0D568497-304A-497F-ADAE-97D3CF462C1C}" type="datetime1">
              <a:t>14.09.2026</a:t>
            </a:fld>
            <a:endParaRPr/>
          </a:p>
        </p:txBody>
      </p:sp>
      <p:sp>
        <p:nvSpPr>
          <p:cNvPr id="13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4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5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9334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8.xml><?xml version="1.0" encoding="utf-8"?>
<p:sldLayout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92CB240C-04A3-49D4-83F9-87A9C6C414DC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34966" y="1015999"/>
            <a:ext cx="4437062" cy="121341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2400"/>
            </a:lvl1pPr>
          </a:lstStyle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Объект 2">
            <a:extLst xmlns:a="http://schemas.openxmlformats.org/drawingml/2006/main"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94" y="1015999"/>
            <a:ext cx="6673847" cy="5049521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773"/>
            </a:lvl1pPr>
            <a:lvl2pPr>
              <a:buNone/>
              <a:defRPr sz="1520"/>
            </a:lvl2pPr>
            <a:lvl3pPr>
              <a:buNone/>
              <a:defRPr sz="1266"/>
            </a:lvl3pPr>
            <a:lvl4pPr>
              <a:buNone/>
              <a:defRPr sz="1141"/>
            </a:lvl4pPr>
            <a:lvl5pPr>
              <a:buNone/>
              <a:defRPr sz="1141"/>
            </a:lvl5pPr>
            <a:lvl6pPr>
              <a:buNone/>
              <a:defRPr sz="1266"/>
            </a:lvl6pPr>
            <a:lvl7pPr>
              <a:buNone/>
              <a:defRPr sz="1266"/>
            </a:lvl7pPr>
            <a:lvl8pPr>
              <a:buNone/>
              <a:defRPr sz="1266"/>
            </a:lvl8pPr>
            <a:lvl9pPr>
              <a:buNone/>
              <a:defRPr sz="1266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334966" y="2428239"/>
            <a:ext cx="4437062" cy="3637281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8" name="Дата 3">
            <a:extLst xmlns:a="http://schemas.openxmlformats.org/drawingml/2006/main"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DE74468B-3512-454B-AB51-7AE95604D39E}" type="datetime1">
              <a:t>14.09.2026</a:t>
            </a:fld>
            <a:endParaRPr/>
          </a:p>
        </p:txBody>
      </p:sp>
      <p:sp>
        <p:nvSpPr>
          <p:cNvPr id="9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0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4">
            <a:extLst xmlns:a="http://schemas.openxmlformats.org/drawingml/2006/main"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BAB2196-A440-4E25-B9FF-D0ADB01B1A15}" type="datetime1">
              <a:t>14.09.2026</a:t>
            </a:fld>
            <a:endParaRPr/>
          </a:p>
        </p:txBody>
      </p:sp>
      <p:sp>
        <p:nvSpPr>
          <p:cNvPr id="6" name="Нижний колонтитул 5">
            <a:extLst xmlns:a="http://schemas.openxmlformats.org/drawingml/2006/main"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xmlns:a="http://schemas.openxmlformats.org/drawingml/2006/main" noGrp="1"/>
          </p:cNvSpPr>
          <p:nvPr>
            <p:ph type="ctrTitle" idx="0" hasCustomPrompt="1"/>
          </p:nvPr>
        </p:nvSpPr>
        <p:spPr>
          <a:xfrm xmlns:a="http://schemas.openxmlformats.org/drawingml/2006/main">
            <a:off x="802640" y="3922529"/>
            <a:ext cx="5293359" cy="1654542"/>
          </a:xfrm>
        </p:spPr>
        <p:txBody>
          <a:bodyPr xmlns:a="http://schemas.openxmlformats.org/drawingml/2006/main" anchor="ctr"/>
          <a:lstStyle xmlns:a="http://schemas.openxmlformats.org/drawingml/2006/main">
            <a:lvl1pPr algn="l">
              <a:buNone/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8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C7BAE699-64F9-49EF-B784-2DEF2B221955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1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xmlns:a="http://schemas.openxmlformats.org/drawingml/2006/main" noGrp="1"/>
          </p:cNvSpPr>
          <p:nvPr>
            <p:ph type="body" idx="37" hasCustomPrompt="1"/>
          </p:nvPr>
        </p:nvSpPr>
        <p:spPr>
          <a:xfrm xmlns:a="http://schemas.openxmlformats.org/drawingml/2006/main">
            <a:off x="1873541" y="1222713"/>
            <a:ext cx="3866856" cy="423628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12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xmlns:a="http://schemas.openxmlformats.org/drawingml/2006/main" noGrp="1"/>
          </p:cNvSpPr>
          <p:nvPr>
            <p:ph type="body" idx="38" hasCustomPrompt="1"/>
          </p:nvPr>
        </p:nvSpPr>
        <p:spPr>
          <a:xfrm xmlns:a="http://schemas.openxmlformats.org/drawingml/2006/main">
            <a:off x="1873544" y="1790324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13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xmlns:a="http://schemas.openxmlformats.org/drawingml/2006/main" noGrp="1"/>
          </p:cNvSpPr>
          <p:nvPr>
            <p:ph type="body" idx="39" hasCustomPrompt="1"/>
          </p:nvPr>
        </p:nvSpPr>
        <p:spPr>
          <a:xfrm xmlns:a="http://schemas.openxmlformats.org/drawingml/2006/main">
            <a:off x="1854185" y="2826697"/>
            <a:ext cx="3866856" cy="403756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14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xmlns:a="http://schemas.openxmlformats.org/drawingml/2006/main" noGrp="1"/>
          </p:cNvSpPr>
          <p:nvPr>
            <p:ph type="body" idx="40" hasCustomPrompt="1"/>
          </p:nvPr>
        </p:nvSpPr>
        <p:spPr>
          <a:xfrm xmlns:a="http://schemas.openxmlformats.org/drawingml/2006/main">
            <a:off x="1854185" y="3374436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15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xmlns:a="http://schemas.openxmlformats.org/drawingml/2006/main" noGrp="1"/>
          </p:cNvSpPr>
          <p:nvPr>
            <p:ph type="body" idx="41" hasCustomPrompt="1"/>
          </p:nvPr>
        </p:nvSpPr>
        <p:spPr>
          <a:xfrm xmlns:a="http://schemas.openxmlformats.org/drawingml/2006/main">
            <a:off x="1854185" y="4410809"/>
            <a:ext cx="3866856" cy="403913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16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xmlns:a="http://schemas.openxmlformats.org/drawingml/2006/main" noGrp="1"/>
          </p:cNvSpPr>
          <p:nvPr>
            <p:ph type="body" idx="42" hasCustomPrompt="1"/>
          </p:nvPr>
        </p:nvSpPr>
        <p:spPr>
          <a:xfrm xmlns:a="http://schemas.openxmlformats.org/drawingml/2006/main">
            <a:off x="1854185" y="4958548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20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xmlns:a="http://schemas.openxmlformats.org/drawingml/2006/main" noGrp="1"/>
          </p:cNvSpPr>
          <p:nvPr>
            <p:ph type="body" idx="43" hasCustomPrompt="1"/>
          </p:nvPr>
        </p:nvSpPr>
        <p:spPr>
          <a:xfrm xmlns:a="http://schemas.openxmlformats.org/drawingml/2006/main">
            <a:off x="7546648" y="1222713"/>
            <a:ext cx="3866856" cy="423628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21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xmlns:a="http://schemas.openxmlformats.org/drawingml/2006/main" noGrp="1"/>
          </p:cNvSpPr>
          <p:nvPr>
            <p:ph type="body" idx="44" hasCustomPrompt="1"/>
          </p:nvPr>
        </p:nvSpPr>
        <p:spPr>
          <a:xfrm xmlns:a="http://schemas.openxmlformats.org/drawingml/2006/main">
            <a:off x="7546651" y="1790324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22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xmlns:a="http://schemas.openxmlformats.org/drawingml/2006/main" noGrp="1"/>
          </p:cNvSpPr>
          <p:nvPr>
            <p:ph type="body" idx="45" hasCustomPrompt="1"/>
          </p:nvPr>
        </p:nvSpPr>
        <p:spPr>
          <a:xfrm xmlns:a="http://schemas.openxmlformats.org/drawingml/2006/main">
            <a:off x="7527292" y="2826697"/>
            <a:ext cx="3866856" cy="403756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23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xmlns:a="http://schemas.openxmlformats.org/drawingml/2006/main" noGrp="1"/>
          </p:cNvSpPr>
          <p:nvPr>
            <p:ph type="body" idx="46" hasCustomPrompt="1"/>
          </p:nvPr>
        </p:nvSpPr>
        <p:spPr>
          <a:xfrm xmlns:a="http://schemas.openxmlformats.org/drawingml/2006/main">
            <a:off x="7527292" y="3374436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24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xmlns:a="http://schemas.openxmlformats.org/drawingml/2006/main" noGrp="1"/>
          </p:cNvSpPr>
          <p:nvPr>
            <p:ph type="body" idx="47" hasCustomPrompt="1"/>
          </p:nvPr>
        </p:nvSpPr>
        <p:spPr>
          <a:xfrm xmlns:a="http://schemas.openxmlformats.org/drawingml/2006/main">
            <a:off x="7527292" y="4410809"/>
            <a:ext cx="3866856" cy="403913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25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xmlns:a="http://schemas.openxmlformats.org/drawingml/2006/main" noGrp="1"/>
          </p:cNvSpPr>
          <p:nvPr>
            <p:ph type="body" idx="48" hasCustomPrompt="1"/>
          </p:nvPr>
        </p:nvSpPr>
        <p:spPr>
          <a:xfrm xmlns:a="http://schemas.openxmlformats.org/drawingml/2006/main">
            <a:off x="7527292" y="4958548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2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xmlns:a="http://schemas.openxmlformats.org/drawingml/2006/main" noGrp="1"/>
          </p:cNvSpPr>
          <p:nvPr>
            <p:ph type="body" idx="49" hasCustomPrompt="1"/>
          </p:nvPr>
        </p:nvSpPr>
        <p:spPr>
          <a:xfrm xmlns:a="http://schemas.openxmlformats.org/drawingml/2006/main">
            <a:off x="778493" y="1187988"/>
            <a:ext cx="771003" cy="423628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01</a:t>
            </a:r>
          </a:p>
        </p:txBody>
      </p:sp>
      <p:sp>
        <p:nvSpPr>
          <p:cNvPr id="28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xmlns:a="http://schemas.openxmlformats.org/drawingml/2006/main" noGrp="1"/>
          </p:cNvSpPr>
          <p:nvPr>
            <p:ph type="body" idx="50" hasCustomPrompt="1"/>
          </p:nvPr>
        </p:nvSpPr>
        <p:spPr>
          <a:xfrm xmlns:a="http://schemas.openxmlformats.org/drawingml/2006/main">
            <a:off x="759137" y="2791972"/>
            <a:ext cx="771003" cy="403756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02</a:t>
            </a:r>
          </a:p>
        </p:txBody>
      </p:sp>
      <p:sp>
        <p:nvSpPr>
          <p:cNvPr id="29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xmlns:a="http://schemas.openxmlformats.org/drawingml/2006/main" noGrp="1"/>
          </p:cNvSpPr>
          <p:nvPr>
            <p:ph type="body" idx="51" hasCustomPrompt="1"/>
          </p:nvPr>
        </p:nvSpPr>
        <p:spPr>
          <a:xfrm xmlns:a="http://schemas.openxmlformats.org/drawingml/2006/main">
            <a:off x="759137" y="4376084"/>
            <a:ext cx="771003" cy="403913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03</a:t>
            </a:r>
          </a:p>
        </p:txBody>
      </p:sp>
      <p:sp>
        <p:nvSpPr>
          <p:cNvPr id="30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xmlns:a="http://schemas.openxmlformats.org/drawingml/2006/main" noGrp="1"/>
          </p:cNvSpPr>
          <p:nvPr>
            <p:ph type="body" idx="52" hasCustomPrompt="1"/>
          </p:nvPr>
        </p:nvSpPr>
        <p:spPr>
          <a:xfrm xmlns:a="http://schemas.openxmlformats.org/drawingml/2006/main">
            <a:off x="6451600" y="1187988"/>
            <a:ext cx="771003" cy="423628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04</a:t>
            </a:r>
          </a:p>
        </p:txBody>
      </p:sp>
      <p:sp>
        <p:nvSpPr>
          <p:cNvPr id="31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xmlns:a="http://schemas.openxmlformats.org/drawingml/2006/main" noGrp="1"/>
          </p:cNvSpPr>
          <p:nvPr>
            <p:ph type="body" idx="53" hasCustomPrompt="1"/>
          </p:nvPr>
        </p:nvSpPr>
        <p:spPr>
          <a:xfrm xmlns:a="http://schemas.openxmlformats.org/drawingml/2006/main">
            <a:off x="6432244" y="2791972"/>
            <a:ext cx="771003" cy="403756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05</a:t>
            </a:r>
          </a:p>
        </p:txBody>
      </p:sp>
      <p:sp>
        <p:nvSpPr>
          <p:cNvPr id="32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xmlns:a="http://schemas.openxmlformats.org/drawingml/2006/main" noGrp="1"/>
          </p:cNvSpPr>
          <p:nvPr>
            <p:ph type="body" idx="54" hasCustomPrompt="1"/>
          </p:nvPr>
        </p:nvSpPr>
        <p:spPr>
          <a:xfrm xmlns:a="http://schemas.openxmlformats.org/drawingml/2006/main">
            <a:off x="6432244" y="4376084"/>
            <a:ext cx="771003" cy="403913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06</a:t>
            </a:r>
          </a:p>
        </p:txBody>
      </p:sp>
    </p:spTree>
  </p:cSld>
</p:sldLayout>
</file>

<file path=ppt/slideLayouts/slideLayout12.xml><?xml version="1.0" encoding="utf-8"?>
<p:sldLayout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CAFA80CC-940E-479C-90C0-76DA923785E9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72682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27" name="Рисунок 7">
            <a:extLst xmlns:a="http://schemas.openxmlformats.org/drawingml/2006/main"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xmlns:a="http://schemas.openxmlformats.org/drawingml/2006/main" noGrp="1"/>
          </p:cNvSpPr>
          <p:nvPr>
            <p:ph type="pic" idx="10"/>
          </p:nvPr>
        </p:nvSpPr>
        <p:spPr>
          <a:xfrm xmlns:a="http://schemas.openxmlformats.org/drawingml/2006/main">
            <a:off x="7440147" y="1016001"/>
            <a:ext cx="4405777" cy="3078479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8" name="Рисунок 9">
            <a:extLst xmlns:a="http://schemas.openxmlformats.org/drawingml/2006/main"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xmlns:a="http://schemas.openxmlformats.org/drawingml/2006/main" noGrp="1"/>
          </p:cNvSpPr>
          <p:nvPr>
            <p:ph type="pic" idx="11"/>
          </p:nvPr>
        </p:nvSpPr>
        <p:spPr>
          <a:xfrm xmlns:a="http://schemas.openxmlformats.org/drawingml/2006/main">
            <a:off x="7440149" y="4389108"/>
            <a:ext cx="4405775" cy="181166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9" name="Рисунок 11">
            <a:extLst xmlns:a="http://schemas.openxmlformats.org/drawingml/2006/main"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xmlns:a="http://schemas.openxmlformats.org/drawingml/2006/main" noGrp="1"/>
          </p:cNvSpPr>
          <p:nvPr>
            <p:ph type="pic" idx="12"/>
          </p:nvPr>
        </p:nvSpPr>
        <p:spPr>
          <a:xfrm xmlns:a="http://schemas.openxmlformats.org/drawingml/2006/main">
            <a:off x="346075" y="3223948"/>
            <a:ext cx="6806142" cy="2976827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0" name="Текст 15">
            <a:extLst xmlns:a="http://schemas.openxmlformats.org/drawingml/2006/main"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346075" y="1016001"/>
            <a:ext cx="6806142" cy="2029882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3.xml><?xml version="1.0" encoding="utf-8"?>
<p:sldLayout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82A4DA7B-A7D8-4443-AD1C-4C7CDC678488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61107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23" name="Текст 101">
            <a:extLst xmlns:a="http://schemas.openxmlformats.org/drawingml/2006/main"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xmlns:a="http://schemas.openxmlformats.org/drawingml/2006/main" noGrp="1"/>
          </p:cNvSpPr>
          <p:nvPr>
            <p:ph type="body" idx="14" hasCustomPrompt="1"/>
          </p:nvPr>
        </p:nvSpPr>
        <p:spPr>
          <a:xfrm xmlns:a="http://schemas.openxmlformats.org/drawingml/2006/main">
            <a:off x="1994303" y="2973742"/>
            <a:ext cx="2190810" cy="910516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Текст</a:t>
            </a:r>
          </a:p>
        </p:txBody>
      </p:sp>
      <p:sp>
        <p:nvSpPr>
          <p:cNvPr id="75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6662924" y="1588128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6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6662924" y="2445138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7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6662924" y="3302147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8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662924" y="4159156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9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xmlns:a="http://schemas.openxmlformats.org/drawingml/2006/main" noGrp="1"/>
          </p:cNvSpPr>
          <p:nvPr>
            <p:ph type="body" idx="19"/>
          </p:nvPr>
        </p:nvSpPr>
        <p:spPr>
          <a:xfrm xmlns:a="http://schemas.openxmlformats.org/drawingml/2006/main">
            <a:off x="6662924" y="5016166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4.xml><?xml version="1.0" encoding="utf-8"?>
<p:sldLayout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44E505DF-C567-47F2-9374-60838F800101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61107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6683077" y="1026867"/>
            <a:ext cx="4790314" cy="1615356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683077" y="1626932"/>
            <a:ext cx="4790314" cy="10152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6683077" y="2807582"/>
            <a:ext cx="4790314" cy="1615356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6683077" y="3407647"/>
            <a:ext cx="4790314" cy="10152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6683077" y="4584029"/>
            <a:ext cx="4790314" cy="1615356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6683077" y="5184094"/>
            <a:ext cx="4790314" cy="10152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5.xml><?xml version="1.0" encoding="utf-8"?>
<p:sldLayout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2938A0C3-5C2F-47B8-B008-79A49A1195BA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9532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6683077" y="1016000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683077" y="1395537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6683077" y="2284561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6683077" y="2664098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6683077" y="3553122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4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6683077" y="3932659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6683077" y="4821684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6683077" y="5201221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6.xml><?xml version="1.0" encoding="utf-8"?>
<p:sldLayout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BF4F29EB-DFD0-428E-8E89-ED117A3553E3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67721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6683077" y="1016000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683077" y="1395537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6683077" y="2284561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6683077" y="2664098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6683077" y="3553122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4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6683077" y="3932659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6683077" y="4821684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6683077" y="5201221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7.xml><?xml version="1.0" encoding="utf-8"?>
<p:sldLayout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D52F0272-0FEA-44CE-966E-3D169B2F53D4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346075" y="1024937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346075" y="1380939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xmlns:a="http://schemas.openxmlformats.org/drawingml/2006/main" noGrp="1"/>
          </p:cNvSpPr>
          <p:nvPr>
            <p:ph type="body" idx="28"/>
          </p:nvPr>
        </p:nvSpPr>
        <p:spPr>
          <a:xfrm xmlns:a="http://schemas.openxmlformats.org/drawingml/2006/main">
            <a:off x="4832960" y="1024937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3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xmlns:a="http://schemas.openxmlformats.org/drawingml/2006/main" noGrp="1"/>
          </p:cNvSpPr>
          <p:nvPr>
            <p:ph type="body" idx="29"/>
          </p:nvPr>
        </p:nvSpPr>
        <p:spPr>
          <a:xfrm xmlns:a="http://schemas.openxmlformats.org/drawingml/2006/main">
            <a:off x="4832960" y="1380939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xmlns:a="http://schemas.openxmlformats.org/drawingml/2006/main" noGrp="1"/>
          </p:cNvSpPr>
          <p:nvPr>
            <p:ph type="body" idx="30"/>
          </p:nvPr>
        </p:nvSpPr>
        <p:spPr>
          <a:xfrm xmlns:a="http://schemas.openxmlformats.org/drawingml/2006/main">
            <a:off x="9330862" y="1024937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xmlns:a="http://schemas.openxmlformats.org/drawingml/2006/main" noGrp="1"/>
          </p:cNvSpPr>
          <p:nvPr>
            <p:ph type="body" idx="31"/>
          </p:nvPr>
        </p:nvSpPr>
        <p:spPr>
          <a:xfrm xmlns:a="http://schemas.openxmlformats.org/drawingml/2006/main">
            <a:off x="9330862" y="1380939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xmlns:a="http://schemas.openxmlformats.org/drawingml/2006/main" noGrp="1"/>
          </p:cNvSpPr>
          <p:nvPr>
            <p:ph type="body" idx="32"/>
          </p:nvPr>
        </p:nvSpPr>
        <p:spPr>
          <a:xfrm xmlns:a="http://schemas.openxmlformats.org/drawingml/2006/main">
            <a:off x="2593517" y="4358152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xmlns:a="http://schemas.openxmlformats.org/drawingml/2006/main" noGrp="1"/>
          </p:cNvSpPr>
          <p:nvPr>
            <p:ph type="body" idx="33"/>
          </p:nvPr>
        </p:nvSpPr>
        <p:spPr>
          <a:xfrm xmlns:a="http://schemas.openxmlformats.org/drawingml/2006/main">
            <a:off x="2593517" y="4714154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xmlns:a="http://schemas.openxmlformats.org/drawingml/2006/main" noGrp="1"/>
          </p:cNvSpPr>
          <p:nvPr>
            <p:ph type="body" idx="34"/>
          </p:nvPr>
        </p:nvSpPr>
        <p:spPr>
          <a:xfrm xmlns:a="http://schemas.openxmlformats.org/drawingml/2006/main">
            <a:off x="7080402" y="4358152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xmlns:a="http://schemas.openxmlformats.org/drawingml/2006/main" noGrp="1"/>
          </p:cNvSpPr>
          <p:nvPr>
            <p:ph type="body" idx="35"/>
          </p:nvPr>
        </p:nvSpPr>
        <p:spPr>
          <a:xfrm xmlns:a="http://schemas.openxmlformats.org/drawingml/2006/main">
            <a:off x="7080402" y="4714154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00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84256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18.xml><?xml version="1.0" encoding="utf-8"?>
<p:sldLayout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062B0DBE-B5A9-470E-85A9-7CC062D5339A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00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57650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3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xmlns:a="http://schemas.openxmlformats.org/drawingml/2006/main" noGrp="1"/>
          </p:cNvSpPr>
          <p:nvPr>
            <p:ph type="body" idx="26" hasCustomPrompt="1"/>
          </p:nvPr>
        </p:nvSpPr>
        <p:spPr>
          <a:xfrm xmlns:a="http://schemas.openxmlformats.org/drawingml/2006/main">
            <a:off x="517027" y="3810175"/>
            <a:ext cx="3264113" cy="2375115"/>
          </a:xfrm>
          <a:prstGeom xmlns:a="http://schemas.openxmlformats.org/drawingml/2006/main" prst="roundRect">
            <a:avLst>
              <a:gd name="adj" fmla="val 101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Описание проблемы </a:t>
            </a:r>
          </a:p>
        </p:txBody>
      </p:sp>
      <p:sp>
        <p:nvSpPr>
          <p:cNvPr id="15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xmlns:a="http://schemas.openxmlformats.org/drawingml/2006/main" noGrp="1"/>
          </p:cNvSpPr>
          <p:nvPr>
            <p:ph type="body" idx="31" hasCustomPrompt="1"/>
          </p:nvPr>
        </p:nvSpPr>
        <p:spPr>
          <a:xfrm xmlns:a="http://schemas.openxmlformats.org/drawingml/2006/main">
            <a:off x="4464542" y="3810175"/>
            <a:ext cx="3264113" cy="2375115"/>
          </a:xfrm>
          <a:prstGeom xmlns:a="http://schemas.openxmlformats.org/drawingml/2006/main" prst="roundRect">
            <a:avLst>
              <a:gd name="adj" fmla="val 101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xmlns:a="http://schemas.openxmlformats.org/drawingml/2006/main" noGrp="1"/>
          </p:cNvSpPr>
          <p:nvPr>
            <p:ph type="body" idx="32" hasCustomPrompt="1"/>
          </p:nvPr>
        </p:nvSpPr>
        <p:spPr>
          <a:xfrm xmlns:a="http://schemas.openxmlformats.org/drawingml/2006/main">
            <a:off x="8385481" y="3810175"/>
            <a:ext cx="3264113" cy="2375115"/>
          </a:xfrm>
          <a:prstGeom xmlns:a="http://schemas.openxmlformats.org/drawingml/2006/main" prst="roundRect">
            <a:avLst>
              <a:gd name="adj" fmla="val 101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Ваше предложение решения данной проблемы</a:t>
            </a:r>
          </a:p>
        </p:txBody>
      </p:sp>
      <p:sp>
        <p:nvSpPr>
          <p:cNvPr id="18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xmlns:a="http://schemas.openxmlformats.org/drawingml/2006/main" noGrp="1"/>
          </p:cNvSpPr>
          <p:nvPr>
            <p:ph type="body" idx="33" hasCustomPrompt="1"/>
          </p:nvPr>
        </p:nvSpPr>
        <p:spPr>
          <a:xfrm xmlns:a="http://schemas.openxmlformats.org/drawingml/2006/main">
            <a:off x="517027" y="3252336"/>
            <a:ext cx="3264113" cy="391783"/>
          </a:xfrm>
          <a:prstGeom xmlns:a="http://schemas.openxmlformats.org/drawingml/2006/main" prst="roundRect">
            <a:avLst>
              <a:gd name="adj" fmla="val 10167"/>
            </a:avLst>
          </a:prstGeom>
          <a:noFill xmlns:a="http://schemas.openxmlformats.org/drawingml/2006/main"/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Проблема</a:t>
            </a:r>
          </a:p>
        </p:txBody>
      </p:sp>
      <p:sp>
        <p:nvSpPr>
          <p:cNvPr id="19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xmlns:a="http://schemas.openxmlformats.org/drawingml/2006/main" noGrp="1"/>
          </p:cNvSpPr>
          <p:nvPr>
            <p:ph type="body" idx="34" hasCustomPrompt="1"/>
          </p:nvPr>
        </p:nvSpPr>
        <p:spPr>
          <a:xfrm xmlns:a="http://schemas.openxmlformats.org/drawingml/2006/main">
            <a:off x="4464542" y="3252336"/>
            <a:ext cx="3264113" cy="391783"/>
          </a:xfrm>
          <a:prstGeom xmlns:a="http://schemas.openxmlformats.org/drawingml/2006/main" prst="roundRect">
            <a:avLst>
              <a:gd name="adj" fmla="val 10167"/>
            </a:avLst>
          </a:prstGeom>
          <a:noFill xmlns:a="http://schemas.openxmlformats.org/drawingml/2006/main"/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Альтернативные решения</a:t>
            </a:r>
          </a:p>
        </p:txBody>
      </p:sp>
      <p:sp>
        <p:nvSpPr>
          <p:cNvPr id="19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xmlns:a="http://schemas.openxmlformats.org/drawingml/2006/main" noGrp="1"/>
          </p:cNvSpPr>
          <p:nvPr>
            <p:ph type="body" idx="35" hasCustomPrompt="1"/>
          </p:nvPr>
        </p:nvSpPr>
        <p:spPr>
          <a:xfrm xmlns:a="http://schemas.openxmlformats.org/drawingml/2006/main">
            <a:off x="8385481" y="3252336"/>
            <a:ext cx="3264113" cy="391783"/>
          </a:xfrm>
          <a:prstGeom xmlns:a="http://schemas.openxmlformats.org/drawingml/2006/main" prst="roundRect">
            <a:avLst>
              <a:gd name="adj" fmla="val 10167"/>
            </a:avLst>
          </a:prstGeom>
          <a:noFill xmlns:a="http://schemas.openxmlformats.org/drawingml/2006/main"/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Решение</a:t>
            </a:r>
          </a:p>
        </p:txBody>
      </p:sp>
    </p:spTree>
  </p:cSld>
</p:sldLayout>
</file>

<file path=ppt/slideLayouts/slideLayout19.xml><?xml version="1.0" encoding="utf-8"?>
<p:sldLayout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9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xmlns:a="http://schemas.openxmlformats.org/drawingml/2006/main" noGrp="1"/>
          </p:cNvSpPr>
          <p:nvPr>
            <p:ph type="pic" idx="14"/>
          </p:nvPr>
        </p:nvSpPr>
        <p:spPr>
          <a:xfrm xmlns:a="http://schemas.openxmlformats.org/drawingml/2006/main">
            <a:off x="4162940" y="1264478"/>
            <a:ext cx="3866121" cy="2436377"/>
          </a:xfrm>
        </p:spPr>
      </p:sp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4D396B86-640F-4AD1-BBB2-E085B6CD8771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00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346075" y="4656083"/>
            <a:ext cx="3626835" cy="154469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90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4240502" y="4656083"/>
            <a:ext cx="3626835" cy="154469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91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8230203" y="4656083"/>
            <a:ext cx="3626835" cy="154469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</p:spTree>
  </p:cSld>
</p:sldLayout>
</file>

<file path=ppt/slideLayouts/slideLayout20.xml><?xml version="1.0" encoding="utf-8"?>
<p:sldLayout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93AF0E63-1EB1-47F5-B09E-CA3E5DE528F3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00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53289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1210643" y="4324451"/>
            <a:ext cx="4121687" cy="161226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90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6857950" y="4324451"/>
            <a:ext cx="4121687" cy="161226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79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xmlns:a="http://schemas.openxmlformats.org/drawingml/2006/main" noGrp="1"/>
          </p:cNvSpPr>
          <p:nvPr>
            <p:ph type="pic" idx="14"/>
          </p:nvPr>
        </p:nvSpPr>
        <p:spPr>
          <a:xfrm xmlns:a="http://schemas.openxmlformats.org/drawingml/2006/main">
            <a:off x="1210642" y="1577998"/>
            <a:ext cx="4121688" cy="2283975"/>
          </a:xfrm>
        </p:spPr>
      </p:sp>
      <p:sp>
        <p:nvSpPr>
          <p:cNvPr id="123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xmlns:a="http://schemas.openxmlformats.org/drawingml/2006/main" noGrp="1"/>
          </p:cNvSpPr>
          <p:nvPr>
            <p:ph type="pic" idx="18"/>
          </p:nvPr>
        </p:nvSpPr>
        <p:spPr>
          <a:xfrm xmlns:a="http://schemas.openxmlformats.org/drawingml/2006/main">
            <a:off x="6855540" y="1577998"/>
            <a:ext cx="4121688" cy="2283975"/>
          </a:xfrm>
        </p:spPr>
      </p:sp>
    </p:spTree>
  </p:cSld>
</p:sldLayout>
</file>

<file path=ppt/slideLayouts/slideLayout21.xml><?xml version="1.0" encoding="utf-8"?>
<p:sldLayout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5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xmlns:a="http://schemas.openxmlformats.org/drawingml/2006/main" noGrp="1"/>
          </p:cNvSpPr>
          <p:nvPr>
            <p:ph type="pic" idx="14"/>
          </p:nvPr>
        </p:nvSpPr>
        <p:spPr>
          <a:xfrm xmlns:a="http://schemas.openxmlformats.org/drawingml/2006/main">
            <a:off x="5009872" y="1235915"/>
            <a:ext cx="2172255" cy="4602697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13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356349" y="1641283"/>
            <a:ext cx="3812931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356349" y="2020820"/>
            <a:ext cx="3812931" cy="12905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8040021" y="1641283"/>
            <a:ext cx="3812931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8040021" y="2020820"/>
            <a:ext cx="3812931" cy="12905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356349" y="3864598"/>
            <a:ext cx="3812931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4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356349" y="4244135"/>
            <a:ext cx="3812931" cy="12905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8040021" y="3864598"/>
            <a:ext cx="3812931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8040021" y="4244135"/>
            <a:ext cx="3812931" cy="12905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cxnSp>
        <p:nvCxnSpPr>
          <p:cNvPr id="233" name="Google Shape;2799;p94"/>
          <p:cNvCxnSpPr/>
          <p:nvPr/>
        </p:nvCxnSpPr>
        <p:spPr>
          <a:xfrm xmlns:a="http://schemas.openxmlformats.org/drawingml/2006/main">
            <a:off x="4244694" y="1870413"/>
            <a:ext cx="686698" cy="0"/>
          </a:xfrm>
          <a:prstGeom xmlns:a="http://schemas.openxmlformats.org/drawingml/2006/main" prst="straightConnector1">
            <a:avLst/>
          </a:prstGeom>
          <a:ln xmlns:a="http://schemas.openxmlformats.org/drawingml/2006/main" w="25400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4" name="Google Shape;2799;p94"/>
          <p:cNvCxnSpPr/>
          <p:nvPr/>
        </p:nvCxnSpPr>
        <p:spPr>
          <a:xfrm xmlns:a="http://schemas.openxmlformats.org/drawingml/2006/main">
            <a:off x="4244694" y="4094630"/>
            <a:ext cx="686698" cy="0"/>
          </a:xfrm>
          <a:prstGeom xmlns:a="http://schemas.openxmlformats.org/drawingml/2006/main" prst="straightConnector1">
            <a:avLst/>
          </a:prstGeom>
          <a:ln xmlns:a="http://schemas.openxmlformats.org/drawingml/2006/main" w="25400" cap="flat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5" name="Google Shape;2799;p94"/>
          <p:cNvCxnSpPr/>
          <p:nvPr/>
        </p:nvCxnSpPr>
        <p:spPr>
          <a:xfrm xmlns:a="http://schemas.openxmlformats.org/drawingml/2006/main">
            <a:off x="7250583" y="1870413"/>
            <a:ext cx="686698" cy="0"/>
          </a:xfrm>
          <a:prstGeom xmlns:a="http://schemas.openxmlformats.org/drawingml/2006/main" prst="straightConnector1">
            <a:avLst/>
          </a:prstGeom>
          <a:ln xmlns:a="http://schemas.openxmlformats.org/drawingml/2006/main" w="25400" cap="flat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6" name="Google Shape;2799;p94"/>
          <p:cNvCxnSpPr/>
          <p:nvPr/>
        </p:nvCxnSpPr>
        <p:spPr>
          <a:xfrm xmlns:a="http://schemas.openxmlformats.org/drawingml/2006/main">
            <a:off x="7250583" y="4094630"/>
            <a:ext cx="686698" cy="0"/>
          </a:xfrm>
          <a:prstGeom xmlns:a="http://schemas.openxmlformats.org/drawingml/2006/main" prst="straightConnector1">
            <a:avLst/>
          </a:prstGeom>
          <a:ln xmlns:a="http://schemas.openxmlformats.org/drawingml/2006/main" w="25400" cap="flat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 xmlns:a="http://schemas.openxmlformats.org/drawingml/2006/main"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9" name="Дата 8">
            <a:extLst xmlns:a="http://schemas.openxmlformats.org/drawingml/2006/main"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xmlns:a="http://schemas.openxmlformats.org/drawingml/2006/main" noGrp="1"/>
          </p:cNvSpPr>
          <p:nvPr>
            <p:ph type="dt" idx="28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D490EE5-ED7D-46E8-8345-A78A0CB0F4A4}" type="datetime1">
              <a:t>14.09.2026</a:t>
            </a:fld>
            <a:endParaRPr/>
          </a:p>
        </p:txBody>
      </p:sp>
      <p:sp>
        <p:nvSpPr>
          <p:cNvPr id="10" name="Нижний колонтитул 9">
            <a:extLst xmlns:a="http://schemas.openxmlformats.org/drawingml/2006/main"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xmlns:a="http://schemas.openxmlformats.org/drawingml/2006/main" noGrp="1"/>
          </p:cNvSpPr>
          <p:nvPr>
            <p:ph type="ftr" idx="29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Номер слайда 10">
            <a:extLst xmlns:a="http://schemas.openxmlformats.org/drawingml/2006/main"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xmlns:a="http://schemas.openxmlformats.org/drawingml/2006/main" noGrp="1"/>
          </p:cNvSpPr>
          <p:nvPr>
            <p:ph type="sldNum" idx="3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22.xml><?xml version="1.0" encoding="utf-8"?>
<p:sldLayout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5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xmlns:a="http://schemas.openxmlformats.org/drawingml/2006/main" noGrp="1"/>
          </p:cNvSpPr>
          <p:nvPr>
            <p:ph type="pic" idx="14"/>
          </p:nvPr>
        </p:nvSpPr>
        <p:spPr>
          <a:xfrm xmlns:a="http://schemas.openxmlformats.org/drawingml/2006/main">
            <a:off x="1001460" y="1038224"/>
            <a:ext cx="1726214" cy="3657600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75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xmlns:a="http://schemas.openxmlformats.org/drawingml/2006/main" noGrp="1"/>
          </p:cNvSpPr>
          <p:nvPr>
            <p:ph type="pic" idx="15"/>
          </p:nvPr>
        </p:nvSpPr>
        <p:spPr>
          <a:xfrm xmlns:a="http://schemas.openxmlformats.org/drawingml/2006/main">
            <a:off x="3831097" y="1038224"/>
            <a:ext cx="1726214" cy="3657600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102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xmlns:a="http://schemas.openxmlformats.org/drawingml/2006/main" noGrp="1"/>
          </p:cNvSpPr>
          <p:nvPr>
            <p:ph type="pic" idx="16"/>
          </p:nvPr>
        </p:nvSpPr>
        <p:spPr>
          <a:xfrm xmlns:a="http://schemas.openxmlformats.org/drawingml/2006/main">
            <a:off x="6660734" y="1038224"/>
            <a:ext cx="1726214" cy="3657600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171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xmlns:a="http://schemas.openxmlformats.org/drawingml/2006/main" noGrp="1"/>
          </p:cNvSpPr>
          <p:nvPr>
            <p:ph type="pic" idx="17"/>
          </p:nvPr>
        </p:nvSpPr>
        <p:spPr>
          <a:xfrm xmlns:a="http://schemas.openxmlformats.org/drawingml/2006/main">
            <a:off x="9490368" y="1038224"/>
            <a:ext cx="1726214" cy="3657600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DC8C16AD-D907-4463-BE30-FCBB33ACAE3F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97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346076" y="4929435"/>
            <a:ext cx="2739248" cy="12713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19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xmlns:a="http://schemas.openxmlformats.org/drawingml/2006/main" noGrp="1"/>
          </p:cNvSpPr>
          <p:nvPr>
            <p:ph type="body" idx="19"/>
          </p:nvPr>
        </p:nvSpPr>
        <p:spPr>
          <a:xfrm xmlns:a="http://schemas.openxmlformats.org/drawingml/2006/main">
            <a:off x="3269562" y="4929435"/>
            <a:ext cx="2739248" cy="12713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199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xmlns:a="http://schemas.openxmlformats.org/drawingml/2006/main" noGrp="1"/>
          </p:cNvSpPr>
          <p:nvPr>
            <p:ph type="body" idx="20"/>
          </p:nvPr>
        </p:nvSpPr>
        <p:spPr>
          <a:xfrm xmlns:a="http://schemas.openxmlformats.org/drawingml/2006/main">
            <a:off x="6193048" y="4929435"/>
            <a:ext cx="2739248" cy="12713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200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9116535" y="4929435"/>
            <a:ext cx="2739248" cy="12713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23.xml><?xml version="1.0" encoding="utf-8"?>
<p:sldLayout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image" Target="/ppt/media/image.png" Id="Rf63e2920605a4c63" /><Relationship Type="http://schemas.openxmlformats.org/officeDocument/2006/relationships/theme" Target="/ppt/slideMasters/theme/theme2.xml" Id="Rd4bd73c728d94e2e" /><Relationship Type="http://schemas.openxmlformats.org/officeDocument/2006/relationships/slideLayout" Target="/ppt/slideLayouts/slideLayout1.xml" Id="Re0bf6de6d4854035" /><Relationship Type="http://schemas.openxmlformats.org/officeDocument/2006/relationships/slideLayout" Target="/ppt/slideLayouts/slideLayout2.xml" Id="R8bbcd04d18d54cdb" /><Relationship Type="http://schemas.openxmlformats.org/officeDocument/2006/relationships/slideLayout" Target="/ppt/slideLayouts/slideLayout3.xml" Id="R3f1623bf463e4130" /><Relationship Type="http://schemas.openxmlformats.org/officeDocument/2006/relationships/slideLayout" Target="/ppt/slideLayouts/slideLayout4.xml" Id="R327c5b40330448b2" /><Relationship Type="http://schemas.openxmlformats.org/officeDocument/2006/relationships/slideLayout" Target="/ppt/slideLayouts/slideLayout5.xml" Id="Rbb9b65e09ae24655" /><Relationship Type="http://schemas.openxmlformats.org/officeDocument/2006/relationships/slideLayout" Target="/ppt/slideLayouts/slideLayout6.xml" Id="R71e156c049b44b8b" /><Relationship Type="http://schemas.openxmlformats.org/officeDocument/2006/relationships/slideLayout" Target="/ppt/slideLayouts/slideLayout7.xml" Id="Ra8fd0779fcb64529" /><Relationship Type="http://schemas.openxmlformats.org/officeDocument/2006/relationships/slideLayout" Target="/ppt/slideLayouts/slideLayout8.xml" Id="Rea518ebbc6db4e3e" /><Relationship Type="http://schemas.openxmlformats.org/officeDocument/2006/relationships/slideLayout" Target="/ppt/slideLayouts/slideLayout9.xml" Id="Rbd7929c72bde45a1" /><Relationship Type="http://schemas.openxmlformats.org/officeDocument/2006/relationships/slideLayout" Target="/ppt/slideLayouts/slideLayout10.xml" Id="Rc9eef38623dd43a9" /><Relationship Type="http://schemas.openxmlformats.org/officeDocument/2006/relationships/slideLayout" Target="/ppt/slideLayouts/slideLayout11.xml" Id="R024bc5dc5af54db1" /><Relationship Type="http://schemas.openxmlformats.org/officeDocument/2006/relationships/slideLayout" Target="/ppt/slideLayouts/slideLayout12.xml" Id="R9c38f6ce3b224d85" /><Relationship Type="http://schemas.openxmlformats.org/officeDocument/2006/relationships/slideLayout" Target="/ppt/slideLayouts/slideLayout13.xml" Id="Re23333c9a5324b1b" /><Relationship Type="http://schemas.openxmlformats.org/officeDocument/2006/relationships/slideLayout" Target="/ppt/slideLayouts/slideLayout14.xml" Id="Rc8b0bbd1a54f4fb7" /><Relationship Type="http://schemas.openxmlformats.org/officeDocument/2006/relationships/slideLayout" Target="/ppt/slideLayouts/slideLayout15.xml" Id="Rb4a44756ce864f87" /><Relationship Type="http://schemas.openxmlformats.org/officeDocument/2006/relationships/slideLayout" Target="/ppt/slideLayouts/slideLayout16.xml" Id="R9576bf9d843b4373" /><Relationship Type="http://schemas.openxmlformats.org/officeDocument/2006/relationships/slideLayout" Target="/ppt/slideLayouts/slideLayout17.xml" Id="R5c58e7f44f0f4bfd" /><Relationship Type="http://schemas.openxmlformats.org/officeDocument/2006/relationships/slideLayout" Target="/ppt/slideLayouts/slideLayout18.xml" Id="Rbbe9fb3a3d224034" /><Relationship Type="http://schemas.openxmlformats.org/officeDocument/2006/relationships/slideLayout" Target="/ppt/slideLayouts/slideLayout19.xml" Id="R19ecb829fc8b432c" /><Relationship Type="http://schemas.openxmlformats.org/officeDocument/2006/relationships/slideLayout" Target="/ppt/slideLayouts/slideLayout20.xml" Id="Re60709c3ba32480b" /><Relationship Type="http://schemas.openxmlformats.org/officeDocument/2006/relationships/slideLayout" Target="/ppt/slideLayouts/slideLayout21.xml" Id="R0d8556fadf0249fb" /><Relationship Type="http://schemas.openxmlformats.org/officeDocument/2006/relationships/slideLayout" Target="/ppt/slideLayouts/slideLayout22.xml" Id="Rd94ed9b4f1f044e9" /><Relationship Type="http://schemas.openxmlformats.org/officeDocument/2006/relationships/slideLayout" Target="/ppt/slideLayouts/slideLayout23.xml" Id="R70ef183c3d024179" /></Relationships>
</file>

<file path=ppt/slideMasters/slideMaster1.xml><?xml version="1.0" encoding="utf-8"?>
<p:sldMaster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f63e2920605a4c63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5392" y="1016177"/>
            <a:ext cx="11561229" cy="516079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Дата 3">
            <a:extLst xmlns:a="http://schemas.openxmlformats.org/drawingml/2006/main"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9D490EE5-ED7D-46E8-8345-A78A0CB0F4A4}" type="datetime1">
              <a:t>14.09.2026</a:t>
            </a:fld>
            <a:endParaRPr/>
          </a:p>
        </p:txBody>
      </p:sp>
      <p:sp>
        <p:nvSpPr>
          <p:cNvPr id="5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5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0bf6de6d4854035"/>
    <p:sldLayoutId xmlns:r="http://schemas.openxmlformats.org/officeDocument/2006/relationships" id="2147483650" r:id="R8bbcd04d18d54cdb"/>
    <p:sldLayoutId xmlns:r="http://schemas.openxmlformats.org/officeDocument/2006/relationships" id="2147483651" r:id="R3f1623bf463e4130"/>
    <p:sldLayoutId xmlns:r="http://schemas.openxmlformats.org/officeDocument/2006/relationships" id="2147483652" r:id="R327c5b40330448b2"/>
    <p:sldLayoutId xmlns:r="http://schemas.openxmlformats.org/officeDocument/2006/relationships" id="2147483653" r:id="Rbb9b65e09ae24655"/>
    <p:sldLayoutId xmlns:r="http://schemas.openxmlformats.org/officeDocument/2006/relationships" id="2147483654" r:id="R71e156c049b44b8b"/>
    <p:sldLayoutId xmlns:r="http://schemas.openxmlformats.org/officeDocument/2006/relationships" id="2147483655" r:id="Ra8fd0779fcb64529"/>
    <p:sldLayoutId xmlns:r="http://schemas.openxmlformats.org/officeDocument/2006/relationships" id="2147483656" r:id="Rea518ebbc6db4e3e"/>
    <p:sldLayoutId xmlns:r="http://schemas.openxmlformats.org/officeDocument/2006/relationships" id="2147483657" r:id="Rbd7929c72bde45a1"/>
    <p:sldLayoutId xmlns:r="http://schemas.openxmlformats.org/officeDocument/2006/relationships" id="2147483658" r:id="Rc9eef38623dd43a9"/>
    <p:sldLayoutId xmlns:r="http://schemas.openxmlformats.org/officeDocument/2006/relationships" id="2147483659" r:id="R024bc5dc5af54db1"/>
    <p:sldLayoutId xmlns:r="http://schemas.openxmlformats.org/officeDocument/2006/relationships" id="2147483660" r:id="R9c38f6ce3b224d85"/>
    <p:sldLayoutId xmlns:r="http://schemas.openxmlformats.org/officeDocument/2006/relationships" id="2147483661" r:id="Re23333c9a5324b1b"/>
    <p:sldLayoutId xmlns:r="http://schemas.openxmlformats.org/officeDocument/2006/relationships" id="2147483662" r:id="Rc8b0bbd1a54f4fb7"/>
    <p:sldLayoutId xmlns:r="http://schemas.openxmlformats.org/officeDocument/2006/relationships" id="2147483663" r:id="Rb4a44756ce864f87"/>
    <p:sldLayoutId xmlns:r="http://schemas.openxmlformats.org/officeDocument/2006/relationships" id="2147483664" r:id="R9576bf9d843b4373"/>
    <p:sldLayoutId xmlns:r="http://schemas.openxmlformats.org/officeDocument/2006/relationships" id="2147483665" r:id="R5c58e7f44f0f4bfd"/>
    <p:sldLayoutId xmlns:r="http://schemas.openxmlformats.org/officeDocument/2006/relationships" id="2147483666" r:id="Rbbe9fb3a3d224034"/>
    <p:sldLayoutId xmlns:r="http://schemas.openxmlformats.org/officeDocument/2006/relationships" id="2147483667" r:id="R19ecb829fc8b432c"/>
    <p:sldLayoutId xmlns:r="http://schemas.openxmlformats.org/officeDocument/2006/relationships" id="2147483668" r:id="Re60709c3ba32480b"/>
    <p:sldLayoutId xmlns:r="http://schemas.openxmlformats.org/officeDocument/2006/relationships" id="2147483669" r:id="R0d8556fadf0249fb"/>
    <p:sldLayoutId xmlns:r="http://schemas.openxmlformats.org/officeDocument/2006/relationships" id="2147483670" r:id="Rd94ed9b4f1f044e9"/>
    <p:sldLayoutId xmlns:r="http://schemas.openxmlformats.org/officeDocument/2006/relationships" id="2147483671" r:id="R70ef183c3d024179"/>
  </p:sldLayoutIdLst>
  <p:hf hdr="0" ftr="0" dt="0"/>
  <p:txStyles>
    <p:titleStyle>
      <a:lvl1pPr xmlns:a="http://schemas.openxmlformats.org/drawingml/2006/main" algn="l" defTabSz="578755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144688" indent="-144688" algn="l" defTabSz="578755">
        <a:lnSpc>
          <a:spcPct val="90000"/>
        </a:lnSpc>
        <a:spcBef>
          <a:spcPts val="631"/>
        </a:spcBef>
        <a:buFont typeface="Arial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1pPr>
      <a:lvl2pPr xmlns:a="http://schemas.openxmlformats.org/drawingml/2006/main" marL="434067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2pPr>
      <a:lvl3pPr xmlns:a="http://schemas.openxmlformats.org/drawingml/2006/main" marL="723445" indent="-144688" algn="l" defTabSz="578755">
        <a:lnSpc>
          <a:spcPct val="90000"/>
        </a:lnSpc>
        <a:spcBef>
          <a:spcPts val="317"/>
        </a:spcBef>
        <a:buFont typeface="Arial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3pPr>
      <a:lvl4pPr xmlns:a="http://schemas.openxmlformats.org/drawingml/2006/main" marL="1012822" indent="-144688" algn="l" defTabSz="578755">
        <a:lnSpc>
          <a:spcPct val="90000"/>
        </a:lnSpc>
        <a:spcBef>
          <a:spcPts val="317"/>
        </a:spcBef>
        <a:buFont typeface="Arial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4pPr>
      <a:lvl5pPr xmlns:a="http://schemas.openxmlformats.org/drawingml/2006/main" marL="1302200" indent="-144688" algn="l" defTabSz="578755">
        <a:lnSpc>
          <a:spcPct val="90000"/>
        </a:lnSpc>
        <a:spcBef>
          <a:spcPts val="317"/>
        </a:spcBef>
        <a:buFont typeface="Arial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5pPr>
      <a:lvl6pPr xmlns:a="http://schemas.openxmlformats.org/drawingml/2006/main" marL="1591576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41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1880955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41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2170334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41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2459712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41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289378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578755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868132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157510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1446887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1736266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2025644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2315021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xmlns:a="http://schemas.openxmlformats.org/drawingml/2006/main" val="F26B43"/>
          </p15:clr>
        </p15:guide>
        <p15:guide id="20" orient="horz" pos="482">
          <p15:clr>
            <a:srgbClr xmlns:a="http://schemas.openxmlformats.org/drawingml/2006/main" val="F26B43"/>
          </p15:clr>
        </p15:guide>
        <p15:guide id="21" pos="218">
          <p15:clr>
            <a:srgbClr xmlns:a="http://schemas.openxmlformats.org/drawingml/2006/main" val="F26B43"/>
          </p15:clr>
        </p15:guide>
        <p15:guide id="22" pos="7469">
          <p15:clr>
            <a:srgbClr xmlns:a="http://schemas.openxmlformats.org/drawingml/2006/main" val="F26B43"/>
          </p15:clr>
        </p15:guide>
        <p15:guide id="23" orient="horz" pos="249">
          <p15:clr>
            <a:srgbClr xmlns:a="http://schemas.openxmlformats.org/drawingml/2006/main" val="F26B43"/>
          </p15:clr>
        </p15:guide>
        <p15:guide id="24" orient="horz" pos="4042">
          <p15:clr>
            <a:srgbClr xmlns:a="http://schemas.openxmlformats.org/drawingml/2006/main" val="F26B43"/>
          </p15:clr>
        </p15:guide>
        <p15:guide id="25" orient="horz" pos="3906">
          <p15:clr>
            <a:srgbClr xmlns:a="http://schemas.openxmlformats.org/drawingml/2006/main" val="F26B43"/>
          </p15:clr>
        </p15:guide>
        <p15:guide id="26" orient="horz" pos="640">
          <p15:clr>
            <a:srgbClr xmlns:a="http://schemas.openxmlformats.org/drawingml/2006/main" val="F26B43"/>
          </p15:clr>
        </p15:guide>
        <p15:guide id="27" pos="3840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ab03f6b28a47d2" /><Relationship Type="http://schemas.openxmlformats.org/officeDocument/2006/relationships/notesSlide" Target="/ppt/notesSlides/notesSlide1.xml" Id="Re8f338e84fd743c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836adc7665f42cf" /><Relationship Type="http://schemas.openxmlformats.org/officeDocument/2006/relationships/image" Target="/ppt/media/image3.png" Id="R8d7042823ba14a6f" /><Relationship Type="http://schemas.openxmlformats.org/officeDocument/2006/relationships/image" Target="/ppt/media/image4.png" Id="R1c0d07542d574c46" /><Relationship Type="http://schemas.openxmlformats.org/officeDocument/2006/relationships/notesSlide" Target="/ppt/notesSlides/notesSlide2.xml" Id="R0b39922f0024462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858ec5f2f4b4242" /><Relationship Type="http://schemas.openxmlformats.org/officeDocument/2006/relationships/image" Target="/ppt/media/image.png" Id="R4a1dbe31ce2a4330" /><Relationship Type="http://schemas.openxmlformats.org/officeDocument/2006/relationships/image" Target="/ppt/media/image5.png" Id="R71ed8f9dea46445f" /><Relationship Type="http://schemas.openxmlformats.org/officeDocument/2006/relationships/notesSlide" Target="/ppt/notesSlides/notesSlide3.xml" Id="Re4f187b0375a45c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13ff2e05be640e3" /><Relationship Type="http://schemas.openxmlformats.org/officeDocument/2006/relationships/image" Target="/ppt/media/image6.png" Id="Rf837de8467344b7a" /><Relationship Type="http://schemas.openxmlformats.org/officeDocument/2006/relationships/notesSlide" Target="/ppt/notesSlides/notesSlide4.xml" Id="Rcbd3f4098a7a438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bc11896b30b746c4" /><Relationship Type="http://schemas.openxmlformats.org/officeDocument/2006/relationships/image" Target="/ppt/media/image.png" Id="R2e0cc55d06bc4b0e" /><Relationship Type="http://schemas.openxmlformats.org/officeDocument/2006/relationships/notesSlide" Target="/ppt/notesSlides/notesSlide5.xml" Id="R60c949d783e54b4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f9022d6326394987" /><Relationship Type="http://schemas.openxmlformats.org/officeDocument/2006/relationships/image" Target="/ppt/media/image6.png" Id="Ra38cb644ba924cc7" /><Relationship Type="http://schemas.openxmlformats.org/officeDocument/2006/relationships/notesSlide" Target="/ppt/notesSlides/notesSlide6.xml" Id="Rc6bcbddbff58449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3.xml" Id="R0ac82cce5b344d86" /><Relationship Type="http://schemas.openxmlformats.org/officeDocument/2006/relationships/image" Target="/ppt/media/image3.png" Id="Rcdfbe7b9f5d945eb" /><Relationship Type="http://schemas.openxmlformats.org/officeDocument/2006/relationships/notesSlide" Target="/ppt/notesSlides/notesSlide7.xml" Id="R2c2d8363c70f4c5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eb58eed509f04cce" /><Relationship Type="http://schemas.openxmlformats.org/officeDocument/2006/relationships/image" Target="/ppt/media/image3.png" Id="Ra8d850abd4f04ee6" /><Relationship Type="http://schemas.openxmlformats.org/officeDocument/2006/relationships/notesSlide" Target="/ppt/notesSlides/notesSlide8.xml" Id="R77c1758ebe9a4fb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c11d0901aabb496c" /><Relationship Type="http://schemas.openxmlformats.org/officeDocument/2006/relationships/image" Target="/ppt/media/image6.png" Id="R223273f3acfd4a3d" /><Relationship Type="http://schemas.openxmlformats.org/officeDocument/2006/relationships/notesSlide" Target="/ppt/notesSlides/notesSlide9.xml" Id="Rc25f9e25be3f42a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8.xml" Id="Rb599944ce57445b9" /><Relationship Type="http://schemas.openxmlformats.org/officeDocument/2006/relationships/image" Target="/ppt/media/image.png" Id="R53bbb7d664c446cd" /><Relationship Type="http://schemas.openxmlformats.org/officeDocument/2006/relationships/notesSlide" Target="/ppt/notesSlides/notesSlide10.xml" Id="R8933ca39c8dc4f1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9.xml" Id="R5a15216808854041" /><Relationship Type="http://schemas.openxmlformats.org/officeDocument/2006/relationships/image" Target="/ppt/media/image3.png" Id="R3f5b3023a7e948d2" /><Relationship Type="http://schemas.openxmlformats.org/officeDocument/2006/relationships/image" Target="/ppt/media/image7.png" Id="Rcc530353073e4715" /><Relationship Type="http://schemas.openxmlformats.org/officeDocument/2006/relationships/notesSlide" Target="/ppt/notesSlides/notesSlide11.xml" Id="R1eda30b6dff341bd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Заголовок 2">
            <a:extLst xmlns:a="http://schemas.openxmlformats.org/drawingml/2006/main"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" y="3894513"/>
            <a:ext cx="6271845" cy="170674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268288" indent="0">
              <a:buNone/>
              <a:defRPr sz="4200" b="1">
                <a:solidFill>
                  <a:srgbClr val="FFFFFF"/>
                </a:solidFill>
              </a:defRPr>
            </a:pPr>
            <a:r>
              <a:rPr sz="4200" b="1">
                <a:solidFill>
                  <a:srgbClr val="FFFFFF"/>
                </a:solidFill>
              </a:rPr>
              <a:t>METROGUARD</a:t>
            </a:r>
            <a:endParaRPr sz="4800"/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0" y="5659501"/>
            <a:ext cx="8930641" cy="757174"/>
          </a:xfrm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indent="268288">
              <a:buNone/>
              <a:defRPr sz="1650">
                <a:solidFill>
                  <a:srgbClr val="FFFFFF"/>
                </a:solidFill>
              </a:defRPr>
            </a:pPr>
            <a:r>
              <a:rPr sz="1650">
                <a:solidFill>
                  <a:srgbClr val="FFFFFF"/>
                </a:solidFill>
              </a:rPr>
              <a:t>LiDAR-контроль габарита без карты и дообучения · ROS 2 / CPU</a:t>
            </a:r>
            <a:endParaRPr/>
          </a:p>
        </p:txBody>
      </p:sp>
      <p:sp>
        <p:nvSpPr>
          <p:cNvPr id="2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6709" y="-313993"/>
            <a:ext cx="6125156" cy="2285622"/>
          </a:xfrm>
          <a:prstGeom xmlns:a="http://schemas.openxmlformats.org/drawingml/2006/main" prst="roundRect">
            <a:avLst>
              <a:gd name="adj" fmla="val 9821"/>
            </a:avLst>
          </a:prstGeom>
          <a:noFill xmlns:a="http://schemas.openxmlformats.org/drawingml/2006/main"/>
          <a:ln xmlns:a="http://schemas.openxmlformats.org/drawingml/2006/main" w="9525" cmpd="sng">
            <a:solidFill>
              <a:schemeClr val="accent2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</p:sld>
</file>

<file path=ppt/slides/slide2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8d7042823ba14a6f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971800"/>
            <a:ext cx="6456363" cy="388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CEE4">
              <a:alpha val="49804"/>
            </a:srgbClr>
          </a:solidFill>
          <a:ln xmlns:a="http://schemas.openxmlformats.org/drawingml/2006/main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23" name="Рисунок 1"/>
          <p:cNvPicPr>
            <a:picLocks xmlns:a="http://schemas.openxmlformats.org/drawingml/2006/main" noChangeAspect="1"/>
          </p:cNvPicPr>
          <p:nvPr>
            <p:ph type="pic" idx="10"/>
          </p:nvPr>
        </p:nvPicPr>
        <p:blipFill>
          <a:blip xmlns:r="http://schemas.openxmlformats.org/officeDocument/2006/relationships" xmlns:a="http://schemas.openxmlformats.org/drawingml/2006/main" r:embed="R1c0d07542d574c46"/>
          <a:srcRect xmlns:a="http://schemas.openxmlformats.org/drawingml/2006/main" l="0" t="9086" r="0" b="908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335267"/>
            <a:ext cx="6456363" cy="2971784"/>
          </a:xfrm>
          <a:prstGeom xmlns:a="http://schemas.openxmlformats.org/drawingml/2006/main" prst="rect">
            <a:avLst/>
          </a:prstGeom>
        </p:spPr>
      </p:pic>
      <p:sp>
        <p:nvSpPr>
          <p:cNvPr id="6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4" y="2303118"/>
            <a:ext cx="4945564" cy="668667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6606" y="4876070"/>
            <a:ext cx="4945565" cy="89003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Font typeface="Wingdings"/>
              <a:buNone/>
              <a:defRPr sz="1275">
                <a:solidFill>
                  <a:srgbClr val="1C1D22"/>
                </a:solidFill>
              </a:defRPr>
            </a:pPr>
            <a:r>
              <a:rPr sz="1275">
                <a:solidFill>
                  <a:srgbClr val="1C1D22"/>
                </a:solidFill>
              </a:rPr>
              <a:t>Мы не распознаём классы предметов. Геометрический контур замечает физическое вторжение, ансамбль деревьев отсекает элементы тоннеля, а при недостатке данных система не выдаёт ложное «путь свободен».</a:t>
            </a:r>
          </a:p>
        </p:txBody>
      </p:sp>
      <p:sp>
        <p:nvSpPr>
          <p:cNvPr id="15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962" y="3484785"/>
            <a:ext cx="2990173" cy="35393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  <a:defRPr sz="1500" b="1">
                <a:solidFill>
                  <a:srgbClr val="520977"/>
                </a:solidFill>
              </a:defRPr>
            </a:pPr>
            <a:r>
              <a:rPr sz="1500" b="1">
                <a:solidFill>
                  <a:srgbClr val="520977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 xmlns:a="http://schemas.openxmlformats.org/drawingml/2006/main"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19903" y="1039236"/>
            <a:ext cx="3636703" cy="10151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520977"/>
                </a:solidFill>
              </a:defRPr>
            </a:pPr>
            <a:r>
              <a:rPr sz="2250" b="1">
                <a:solidFill>
                  <a:srgbClr val="520977"/>
                </a:solidFill>
              </a:rPr>
              <a:t>METROGUARD</a:t>
            </a:r>
            <a:endParaRPr sz="2400">
              <a:solidFill>
                <a:schemeClr val="accent5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7" name="Прямая соединительная линия 6">
            <a:extLst xmlns:a="http://schemas.openxmlformats.org/drawingml/2006/main">
              <a:ext uri="{FF2B5EF4-FFF2-40B4-BE49-F238E27FC236}">
                <a16:creationId xmlns:a16="http://schemas.microsoft.com/office/drawing/2014/main" id="{2D262ED8-B967-46FD-A6F1-4786D1AD5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0774" y="2240031"/>
            <a:ext cx="4884824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5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16" name="Прямая соединительная линия 15">
            <a:extLst xmlns:a="http://schemas.openxmlformats.org/drawingml/2006/main">
              <a:ext uri="{FF2B5EF4-FFF2-40B4-BE49-F238E27FC236}">
                <a16:creationId xmlns:a16="http://schemas.microsoft.com/office/drawing/2014/main" id="{3542D62D-15E5-4C5B-A412-C2E45B0B4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7347" y="4437879"/>
            <a:ext cx="4884824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5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17" name="Прямая соединительная линия 16">
            <a:extLst xmlns:a="http://schemas.openxmlformats.org/drawingml/2006/main">
              <a:ext uri="{FF2B5EF4-FFF2-40B4-BE49-F238E27FC236}">
                <a16:creationId xmlns:a16="http://schemas.microsoft.com/office/drawing/2014/main" id="{0AB98A7D-2EF1-4071-A267-694B39308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833" y="3448639"/>
            <a:ext cx="5700167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5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4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4" y="4541737"/>
            <a:ext cx="4945564" cy="668667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8027" y="2619903"/>
            <a:ext cx="4945565" cy="89003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Font typeface="Wingdings"/>
              <a:buNone/>
              <a:defRPr sz="1275">
                <a:solidFill>
                  <a:srgbClr val="1C1D22"/>
                </a:solidFill>
              </a:defRPr>
            </a:pPr>
            <a:r>
              <a:rPr sz="1275">
                <a:solidFill>
                  <a:srgbClr val="1C1D22"/>
                </a:solidFill>
              </a:rPr>
              <a:t>По рельсам восстанавливаем траекторию поезда и строим движущийся габарит 2,1 × 3,0 м. Любая связная группа точек внутри него становится кандидатом на препятствие.</a:t>
            </a:r>
          </a:p>
        </p:txBody>
      </p:sp>
      <p:sp>
        <p:nvSpPr>
          <p:cNvPr id="10" name="Номер слайда 35">
            <a:extLst xmlns:a="http://schemas.openxmlformats.org/drawingml/2006/main"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 marL="0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110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220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329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439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5549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2658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199765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6877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ctr">
              <a:buNone/>
            </a:pPr>
            <a:fld id="{52DCC5B9-D646-4B76-891F-6FF4E74E9CB4}" type="slidenum">
              <a:rPr sz="1200">
                <a:solidFill>
                  <a:schemeClr val="accent5"/>
                </a:solidFill>
              </a:rPr>
              <a:t>8</a:t>
            </a:fld>
            <a:endParaRPr sz="1200">
              <a:solidFill>
                <a:schemeClr val="accent5"/>
              </a:solidFill>
            </a:endParaRP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91EFBD3-FD62-4DFE-9367-07F7FD15C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3943350"/>
            <a:ext cx="5286375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C1D22"/>
                </a:solidFill>
              </a:defRPr>
            </a:pPr>
            <a:r>
              <a:rPr sz="1350" b="1" i="0">
                <a:solidFill>
                  <a:srgbClr val="1C1D22"/>
                </a:solidFill>
              </a:rPr>
              <a:t>Команда: ITMO GPT</a:t>
            </a:r>
          </a:p>
          <a:p xmlns:a="http://schemas.openxmlformats.org/drawingml/2006/main">
            <a:pPr algn="l">
              <a:defRPr sz="1350" b="1" i="0">
                <a:solidFill>
                  <a:srgbClr val="1C1D22"/>
                </a:solidFill>
              </a:defRPr>
            </a:pPr>
            <a:r>
              <a:rPr sz="1350" b="1" i="0">
                <a:solidFill>
                  <a:srgbClr val="1C1D22"/>
                </a:solidFill>
              </a:rPr>
              <a:t>Участники: Кирпа Дмитрий · Кирпа Юрий</a:t>
            </a:r>
          </a:p>
          <a:p xmlns:a="http://schemas.openxmlformats.org/drawingml/2006/main">
            <a:pPr algn="l">
              <a:defRPr sz="1350" b="1" i="0">
                <a:solidFill>
                  <a:srgbClr val="1C1D22"/>
                </a:solidFill>
              </a:defRPr>
            </a:pPr>
            <a:r>
              <a:rPr sz="1350" b="1" i="0">
                <a:solidFill>
                  <a:srgbClr val="1C1D22"/>
                </a:solidFill>
              </a:rPr>
              <a:t>LiDAR · ML · робототехника · RL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31C838A-321D-4D3D-A2DB-13107CAC6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72050"/>
            <a:ext cx="52863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1">
                <a:solidFill>
                  <a:srgbClr val="1C1D22"/>
                </a:solidFill>
              </a:defRPr>
            </a:pPr>
            <a:r>
              <a:rPr sz="1275" b="0" i="1">
                <a:solidFill>
                  <a:srgbClr val="1C1D22"/>
                </a:solidFill>
              </a:rPr>
              <a:t>69 экспериментов</a:t>
            </a:r>
          </a:p>
          <a:p xmlns:a="http://schemas.openxmlformats.org/drawingml/2006/main">
            <a:pPr algn="l">
              <a:defRPr sz="1275" b="0" i="1">
                <a:solidFill>
                  <a:srgbClr val="1C1D22"/>
                </a:solidFill>
              </a:defRPr>
            </a:pPr>
            <a:r>
              <a:rPr sz="1275" b="0" i="1">
                <a:solidFill>
                  <a:srgbClr val="1C1D22"/>
                </a:solidFill>
              </a:rPr>
              <a:t>Контакт: dikiydiamond@yandex.ru</a:t>
            </a: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</p:sld>
</file>

<file path=ppt/slides/slide3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4a1dbe31ce2a4330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6" name="Скругленный прямоугольник 55">
            <a:extLst xmlns:a="http://schemas.openxmlformats.org/drawingml/2006/main"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1524000"/>
            <a:ext cx="3524250" cy="4838700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905250"/>
            <a:ext cx="2857500" cy="14287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spcBef>
                <a:spcPts val="600"/>
              </a:spcBef>
              <a:buFont typeface="Arial"/>
              <a:buChar char="•"/>
              <a:defRPr sz="975">
                <a:solidFill>
                  <a:srgbClr val="1C1D22"/>
                </a:solidFill>
              </a:defRPr>
            </a:pPr>
            <a:r>
              <a:rPr sz="975">
                <a:solidFill>
                  <a:srgbClr val="1C1D22"/>
                </a:solidFill>
              </a:rPr>
              <a:t>Эксперт по ML</a:t>
            </a:r>
          </a:p>
          <a:p xmlns:a="http://schemas.openxmlformats.org/drawingml/2006/main">
            <a:pPr>
              <a:spcBef>
                <a:spcPts val="0"/>
              </a:spcBef>
              <a:buFont typeface="Arial"/>
              <a:buChar char="•"/>
              <a:defRPr sz="975">
                <a:solidFill>
                  <a:srgbClr val="1C1D22"/>
                </a:solidFill>
              </a:defRPr>
            </a:pPr>
            <a:r>
              <a:rPr sz="975">
                <a:solidFill>
                  <a:srgbClr val="1C1D22"/>
                </a:solidFill>
              </a:rPr>
              <a:t>Эксперт по робототехнике</a:t>
            </a:r>
          </a:p>
          <a:p xmlns:a="http://schemas.openxmlformats.org/drawingml/2006/main">
            <a:pPr>
              <a:spcBef>
                <a:spcPts val="0"/>
              </a:spcBef>
              <a:buFont typeface="Arial"/>
              <a:buChar char="•"/>
              <a:defRPr sz="975">
                <a:solidFill>
                  <a:srgbClr val="1C1D22"/>
                </a:solidFill>
              </a:defRPr>
            </a:pPr>
            <a:r>
              <a:rPr sz="975">
                <a:solidFill>
                  <a:srgbClr val="1C1D22"/>
                </a:solidFill>
              </a:rPr>
              <a:t>RL</a:t>
            </a:r>
          </a:p>
        </p:txBody>
      </p:sp>
      <p:sp>
        <p:nvSpPr>
          <p:cNvPr id="58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286125"/>
            <a:ext cx="2857500" cy="552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buNone/>
              <a:defRPr sz="1275" b="1">
                <a:solidFill>
                  <a:srgbClr val="520977"/>
                </a:solidFill>
              </a:defRPr>
            </a:pPr>
            <a:r>
              <a:rPr sz="1275" b="1">
                <a:solidFill>
                  <a:srgbClr val="520977"/>
                </a:solidFill>
              </a:rPr>
              <a:t>Кирпа Юрий</a:t>
            </a:r>
          </a:p>
        </p:txBody>
      </p:sp>
      <p:sp>
        <p:nvSpPr>
          <p:cNvPr id="59" name="Скругленный прямоугольник 58">
            <a:extLst xmlns:a="http://schemas.openxmlformats.org/drawingml/2006/main"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524000"/>
            <a:ext cx="3524250" cy="4838700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095750"/>
            <a:ext cx="2857500" cy="16668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spcBef>
                <a:spcPts val="600"/>
              </a:spcBef>
              <a:buFont typeface="Arial"/>
              <a:buChar char="•"/>
              <a:defRPr sz="975">
                <a:solidFill>
                  <a:srgbClr val="1C1D22"/>
                </a:solidFill>
              </a:defRPr>
            </a:pPr>
            <a:r>
              <a:rPr sz="975">
                <a:solidFill>
                  <a:srgbClr val="1C1D22"/>
                </a:solidFill>
              </a:rPr>
              <a:t>Энтузиасты AI-робототехники и RL</a:t>
            </a:r>
          </a:p>
          <a:p xmlns:a="http://schemas.openxmlformats.org/drawingml/2006/main">
            <a:pPr>
              <a:spcBef>
                <a:spcPts val="0"/>
              </a:spcBef>
              <a:buFont typeface="Arial"/>
              <a:buChar char="•"/>
              <a:defRPr sz="975">
                <a:solidFill>
                  <a:srgbClr val="1C1D22"/>
                </a:solidFill>
              </a:defRPr>
            </a:pPr>
            <a:r>
              <a:rPr sz="975">
                <a:solidFill>
                  <a:srgbClr val="1C1D22"/>
                </a:solidFill>
              </a:rPr>
              <a:t>Человек задаёт направление и принимает решения; агенты ускоряют поиск, код и эксперименты.</a:t>
            </a:r>
          </a:p>
        </p:txBody>
      </p:sp>
      <p:sp>
        <p:nvSpPr>
          <p:cNvPr id="61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476625"/>
            <a:ext cx="2857500" cy="552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buNone/>
              <a:defRPr sz="1275" b="1">
                <a:solidFill>
                  <a:srgbClr val="520977"/>
                </a:solidFill>
              </a:defRPr>
            </a:pPr>
            <a:r>
              <a:rPr sz="1275" b="1">
                <a:solidFill>
                  <a:srgbClr val="520977"/>
                </a:solidFill>
              </a:rPr>
              <a:t>AI-native команда</a:t>
            </a:r>
          </a:p>
        </p:txBody>
      </p:sp>
      <p:sp>
        <p:nvSpPr>
          <p:cNvPr id="17" name="Скругленный прямоугольник 16">
            <a:extLst xmlns:a="http://schemas.openxmlformats.org/drawingml/2006/main"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1524000"/>
            <a:ext cx="3524250" cy="4838700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  <a:endParaRPr b="1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952656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 xmlns:a="http://schemas.openxmlformats.org/drawingml/2006/main"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rPr>
                <a:solidFill>
                  <a:schemeClr val="bg1"/>
                </a:solidFill>
              </a:rPr>
              <a:t>3</a:t>
            </a:fld>
            <a:endParaRPr>
              <a:solidFill>
                <a:schemeClr val="bg1"/>
              </a:solidFill>
            </a:endParaRPr>
          </a:p>
        </p:txBody>
      </p:sp>
      <p:sp>
        <p:nvSpPr>
          <p:cNvPr id="7" name="Заголовок 6">
            <a:extLst xmlns:a="http://schemas.openxmlformats.org/drawingml/2006/main"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18359" y="449787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КОМАНДА «ITMO GPT»</a:t>
            </a:r>
            <a:endParaRPr>
              <a:latin typeface="+mn-lt"/>
              <a:ea typeface="+mn-lt"/>
              <a:cs typeface="+mn-lt"/>
            </a:endParaRPr>
          </a:p>
        </p:txBody>
      </p:sp>
      <p:sp>
        <p:nvSpPr>
          <p:cNvPr id="9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762000" y="3905250"/>
            <a:ext cx="2857500" cy="142875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 sz="975">
                <a:solidFill>
                  <a:srgbClr val="1C1D22"/>
                </a:solidFill>
              </a:defRPr>
            </a:pPr>
            <a:r>
              <a:rPr sz="975">
                <a:solidFill>
                  <a:srgbClr val="1C1D22"/>
                </a:solidFill>
              </a:rPr>
              <a:t>Капитан команды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Font typeface="Arial"/>
              <a:buChar char="•"/>
              <a:defRPr sz="975">
                <a:solidFill>
                  <a:srgbClr val="1C1D22"/>
                </a:solidFill>
              </a:defRPr>
            </a:pPr>
            <a:r>
              <a:rPr sz="975">
                <a:solidFill>
                  <a:srgbClr val="1C1D22"/>
                </a:solidFill>
              </a:rPr>
              <a:t>Архитектура решения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Font typeface="Arial"/>
              <a:buChar char="•"/>
              <a:defRPr sz="975">
                <a:solidFill>
                  <a:srgbClr val="1C1D22"/>
                </a:solidFill>
              </a:defRPr>
            </a:pPr>
            <a:r>
              <a:rPr sz="975">
                <a:solidFill>
                  <a:srgbClr val="1C1D22"/>
                </a:solidFill>
              </a:rPr>
              <a:t>Эксперименты и серверная часть</a:t>
            </a:r>
          </a:p>
        </p:txBody>
      </p:sp>
      <p:sp>
        <p:nvSpPr>
          <p:cNvPr id="15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2857500" cy="552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buNone/>
              <a:defRPr sz="1275" b="1">
                <a:solidFill>
                  <a:srgbClr val="520977"/>
                </a:solidFill>
              </a:defRPr>
            </a:pPr>
            <a:r>
              <a:rPr sz="1275" b="1">
                <a:solidFill>
                  <a:srgbClr val="520977"/>
                </a:solidFill>
              </a:rPr>
              <a:t>Кирпа Дмитрий</a:t>
            </a:r>
          </a:p>
        </p:txBody>
      </p:sp>
      <p:pic>
        <p:nvPicPr>
          <p:cNvPr id="7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ed8f9dea46445f"/>
          <a:stretch xmlns:a="http://schemas.openxmlformats.org/drawingml/2006/main"/>
        </p:blipFill>
        <p:spPr>
          <a:xfrm xmlns:a="http://schemas.openxmlformats.org/drawingml/2006/main">
            <a:off x="8810625" y="1763713"/>
            <a:ext cx="2381250" cy="1587500"/>
          </a:xfrm>
          <a:prstGeom xmlns:a="http://schemas.openxmlformats.org/drawingml/2006/main" prst="rect">
            <a:avLst/>
          </a:prstGeom>
        </p:spPr>
      </p:pic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DCA7342B-03E6-4319-8205-760607CB1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2857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4350" b="1" i="0">
                <a:solidFill>
                  <a:srgbClr val="520977"/>
                </a:solidFill>
              </a:defRPr>
            </a:pPr>
            <a:r>
              <a:rPr sz="4350" b="1" i="0">
                <a:solidFill>
                  <a:srgbClr val="520977"/>
                </a:solidFill>
              </a:rPr>
              <a:t>ДК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F6C6B47A-1BC4-4E0C-982F-69B0923C0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095500"/>
            <a:ext cx="2857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4350" b="1" i="0">
                <a:solidFill>
                  <a:srgbClr val="520977"/>
                </a:solidFill>
              </a:defRPr>
            </a:pPr>
            <a:r>
              <a:rPr sz="4350" b="1" i="0">
                <a:solidFill>
                  <a:srgbClr val="520977"/>
                </a:solidFill>
              </a:rPr>
              <a:t>ЮК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</p:sld>
</file>

<file path=ppt/slides/slide4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f837de8467344b7a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952656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 xmlns:a="http://schemas.openxmlformats.org/drawingml/2006/main"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rPr>
                <a:solidFill>
                  <a:schemeClr val="accent5"/>
                </a:solidFill>
              </a:rPr>
              <a:t>4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 xmlns:a="http://schemas.openxmlformats.org/drawingml/2006/main"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07849" y="449787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ПОЧЕМУ МЫ ВЗЯЛИ ЭТУ ЗАДАЧУ</a:t>
            </a:r>
            <a:endParaRPr>
              <a:latin typeface="+mn-lt"/>
              <a:ea typeface="+mn-lt"/>
              <a:cs typeface="+mn-lt"/>
            </a:endParaRPr>
          </a:p>
        </p:txBody>
      </p:sp>
      <p:sp>
        <p:nvSpPr>
          <p:cNvPr id="37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533607" y="1602273"/>
            <a:ext cx="4425822" cy="93426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buNone/>
              <a:defRPr sz="1200">
                <a:solidFill>
                  <a:srgbClr val="1C1D22"/>
                </a:solidFill>
              </a:defRPr>
            </a:pPr>
            <a:r>
              <a:rPr sz="1200">
                <a:solidFill>
                  <a:srgbClr val="1C1D22"/>
                </a:solidFill>
              </a:rPr>
              <a:t>Здесь нельзя ограничиться красивым прототипом: пропуск препятствия опасен, а лишняя тревога останавливает поезд. При этом покадровой разметки почти нет.</a:t>
            </a:r>
          </a:p>
        </p:txBody>
      </p:sp>
      <p:sp>
        <p:nvSpPr>
          <p:cNvPr id="38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7" y="1279645"/>
            <a:ext cx="2990173" cy="35393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Сложный физический домен</a:t>
            </a:r>
          </a:p>
        </p:txBody>
      </p:sp>
      <p:sp>
        <p:nvSpPr>
          <p:cNvPr id="40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7" y="5139255"/>
            <a:ext cx="7318749" cy="105536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  <a:defRPr sz="1200">
                <a:solidFill>
                  <a:srgbClr val="1C1D22"/>
                </a:solidFill>
              </a:defRPr>
            </a:pPr>
            <a:r>
              <a:rPr sz="1200">
                <a:solidFill>
                  <a:srgbClr val="1C1D22"/>
                </a:solidFill>
              </a:rPr>
              <a:t>Для каждого опыта сохранены код, метрики и причина принятия или отказа. Так мы сравнивали идеи, а не выбирали результат по одному удачному примеру.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41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8" y="4571473"/>
            <a:ext cx="6438692" cy="62905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0000"/>
              </a:lnSpc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69 экспериментов с единым протоколом</a:t>
            </a:r>
          </a:p>
        </p:txBody>
      </p:sp>
      <p:sp>
        <p:nvSpPr>
          <p:cNvPr id="43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7" y="3429000"/>
            <a:ext cx="4945565" cy="107852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  <a:defRPr sz="1200">
                <a:solidFill>
                  <a:srgbClr val="1C1D22"/>
                </a:solidFill>
              </a:defRPr>
            </a:pPr>
            <a:r>
              <a:rPr sz="1200">
                <a:solidFill>
                  <a:srgbClr val="1C1D22"/>
                </a:solidFill>
              </a:rPr>
              <a:t>Человек формулировал гипотезы, сверял допущения с ответами организаторов и выбирал решения. Агенты параллельно искали подходы, писали код и запускали измерения.</a:t>
            </a:r>
          </a:p>
        </p:txBody>
      </p:sp>
      <p:sp>
        <p:nvSpPr>
          <p:cNvPr id="44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7" y="2900091"/>
            <a:ext cx="5629858" cy="52890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AI-native процесс, человеческий выбор</a:t>
            </a:r>
          </a:p>
        </p:txBody>
      </p:sp>
      <p:sp>
        <p:nvSpPr>
          <p:cNvPr id="5" name="Прямая соединительная линия 4">
            <a:extLst xmlns:a="http://schemas.openxmlformats.org/drawingml/2006/main">
              <a:ext uri="{FF2B5EF4-FFF2-40B4-BE49-F238E27FC236}">
                <a16:creationId xmlns:a16="http://schemas.microsoft.com/office/drawing/2014/main" id="{7865EF3E-213E-4301-80FF-7BA3518BF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8" y="2745691"/>
            <a:ext cx="1123315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1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6" name="Прямая соединительная линия 5">
            <a:extLst xmlns:a="http://schemas.openxmlformats.org/drawingml/2006/main">
              <a:ext uri="{FF2B5EF4-FFF2-40B4-BE49-F238E27FC236}">
                <a16:creationId xmlns:a16="http://schemas.microsoft.com/office/drawing/2014/main" id="{6C64AB33-E625-4B5E-AF59-851D87903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8" y="4407066"/>
            <a:ext cx="1123315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1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8" name="Прямая соединительная линия 7">
            <a:extLst xmlns:a="http://schemas.openxmlformats.org/drawingml/2006/main">
              <a:ext uri="{FF2B5EF4-FFF2-40B4-BE49-F238E27FC236}">
                <a16:creationId xmlns:a16="http://schemas.microsoft.com/office/drawing/2014/main" id="{CF6232F0-CE18-4B6E-B9BB-6369512BD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8" y="1110074"/>
            <a:ext cx="1123315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1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9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5788" y="1279645"/>
            <a:ext cx="956838" cy="35393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 algn="r">
              <a:buNone/>
            </a:pPr>
            <a:r>
              <a:rPr b="1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5788" y="2900091"/>
            <a:ext cx="930595" cy="52890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b="1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5788" y="4571473"/>
            <a:ext cx="930596" cy="56778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b="1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</p:sld>
</file>

<file path=ppt/slides/slide5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2e0cc55d06bc4b0e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Скругленный 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750912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 xmlns:a="http://schemas.openxmlformats.org/drawingml/2006/main"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0774" y="1211284"/>
            <a:ext cx="5440313" cy="4989492"/>
          </a:xfrm>
          <a:prstGeom xmlns:a="http://schemas.openxmlformats.org/drawingml/2006/main" prst="roundRect">
            <a:avLst>
              <a:gd name="adj" fmla="val 3865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 xmlns:a="http://schemas.openxmlformats.org/drawingml/2006/main"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6" y="1211284"/>
            <a:ext cx="5440313" cy="4989492"/>
          </a:xfrm>
          <a:prstGeom xmlns:a="http://schemas.openxmlformats.org/drawingml/2006/main" prst="roundRect">
            <a:avLst>
              <a:gd name="adj" fmla="val 340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 xmlns:a="http://schemas.openxmlformats.org/drawingml/2006/main"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E5B3003-2C54-13C6-9832-7637201064DE}" type="slidenum">
              <a:rPr>
                <a:solidFill>
                  <a:schemeClr val="bg1"/>
                </a:solidFill>
              </a:rPr>
              <a:t>5</a:t>
            </a:fld>
            <a:endParaRPr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56851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КАК РАБОТАЕТ METROGUARD</a:t>
            </a:r>
          </a:p>
        </p:txBody>
      </p:sp>
      <p:sp>
        <p:nvSpPr>
          <p:cNvPr id="15" name="Текст 14">
            <a:extLst xmlns:a="http://schemas.openxmlformats.org/drawingml/2006/main"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xmlns:a="http://schemas.openxmlformats.org/drawingml/2006/main" noGrp="1"/>
          </p:cNvSpPr>
          <p:nvPr>
            <p:ph type="body" idx="49"/>
          </p:nvPr>
        </p:nvSpPr>
        <p:spPr>
          <a:xfrm xmlns:a="http://schemas.openxmlformats.org/drawingml/2006/main">
            <a:off x="578063" y="1476583"/>
            <a:ext cx="4929861" cy="555147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50" b="1">
                <a:solidFill>
                  <a:srgbClr val="520977"/>
                </a:solidFill>
              </a:defRPr>
            </a:pPr>
            <a:r>
              <a:rPr sz="1650" b="1">
                <a:solidFill>
                  <a:srgbClr val="520977"/>
                </a:solidFill>
              </a:rPr>
              <a:t>ОТ РЕЛЬСОВ К ОБЪЕКТАМ</a:t>
            </a:r>
          </a:p>
        </p:txBody>
      </p:sp>
      <p:sp>
        <p:nvSpPr>
          <p:cNvPr id="17" name="Текст 16">
            <a:extLst xmlns:a="http://schemas.openxmlformats.org/drawingml/2006/main"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xmlns:a="http://schemas.openxmlformats.org/drawingml/2006/main" noGrp="1"/>
          </p:cNvSpPr>
          <p:nvPr>
            <p:ph type="body" idx="51"/>
          </p:nvPr>
        </p:nvSpPr>
        <p:spPr>
          <a:xfrm xmlns:a="http://schemas.openxmlformats.org/drawingml/2006/main">
            <a:off x="6513513" y="1476583"/>
            <a:ext cx="5214724" cy="561519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50" b="1">
                <a:solidFill>
                  <a:srgbClr val="520977"/>
                </a:solidFill>
              </a:defRPr>
            </a:pPr>
            <a:r>
              <a:rPr sz="1650" b="1">
                <a:solidFill>
                  <a:srgbClr val="520977"/>
                </a:solidFill>
              </a:rPr>
              <a:t>ТРИ ЧЕСТНЫХ ОТВЕТА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F8027EB-6462-40F0-84F9-C7A321BBA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907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5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19A4B92-9B27-4AB3-BC75-DDECC0B8B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152650"/>
            <a:ext cx="3952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C1D22"/>
                </a:solidFill>
              </a:defRPr>
            </a:pPr>
            <a:r>
              <a:rPr sz="1350" b="0" i="0">
                <a:solidFill>
                  <a:srgbClr val="1C1D22"/>
                </a:solidFill>
              </a:rPr>
              <a:t>Находим левую и правую рельсовые нити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8837CF7-844C-43AA-B9EC-84B68ADD5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718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5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D1D9C49-46ED-4EF9-9D42-95C80DBA5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933700"/>
            <a:ext cx="3952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C1D22"/>
                </a:solidFill>
              </a:defRPr>
            </a:pPr>
            <a:r>
              <a:rPr sz="1350" b="1" i="0">
                <a:solidFill>
                  <a:srgbClr val="1C1D22"/>
                </a:solidFill>
              </a:rPr>
              <a:t>Строим габарит 2,1 × 3,0 м вдоль поворота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08E9D68-39F6-44C2-A3D0-C200A564C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528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5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F566013-AE67-496D-A2A8-353ADF0B9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714750"/>
            <a:ext cx="3952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C1D22"/>
                </a:solidFill>
              </a:defRPr>
            </a:pPr>
            <a:r>
              <a:rPr sz="1350" b="0" i="0">
                <a:solidFill>
                  <a:srgbClr val="1C1D22"/>
                </a:solidFill>
              </a:rPr>
              <a:t>Объединяем точки внутри габарита в объекты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04629B5-28CB-4653-84D8-6753E4EF9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339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5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C95F735-A791-49E1-A81A-F1BE8FA0C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495800"/>
            <a:ext cx="3952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C1D22"/>
                </a:solidFill>
              </a:defRPr>
            </a:pPr>
            <a:r>
              <a:rPr sz="1350" b="0" i="0">
                <a:solidFill>
                  <a:srgbClr val="1C1D22"/>
                </a:solidFill>
              </a:rPr>
              <a:t>100 деревьев отсеивают детали тоннеля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D11307D-9784-4EB6-B814-6602BE223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52650"/>
            <a:ext cx="4762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E0EA"/>
          </a:solidFill>
          <a:ln xmlns:a="http://schemas.openxmlformats.org/drawingml/2006/main" w="9525">
            <a:solidFill>
              <a:srgbClr val="D9CB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520977"/>
                </a:solidFill>
              </a:defRPr>
            </a:pPr>
            <a:r>
              <a:rPr sz="1275" b="1">
                <a:solidFill>
                  <a:srgbClr val="520977"/>
                </a:solidFill>
              </a:rPr>
              <a:t>ПРЕПЯТСТВИЕ — объект подтверждён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2FAA03F-125F-4C53-95CA-8F8CE14C9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933700"/>
            <a:ext cx="4762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E1F7EF"/>
          </a:solidFill>
          <a:ln xmlns:a="http://schemas.openxmlformats.org/drawingml/2006/main" w="9525">
            <a:solidFill>
              <a:srgbClr val="D9CB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520977"/>
                </a:solidFill>
              </a:defRPr>
            </a:pPr>
            <a:r>
              <a:rPr sz="1275" b="1">
                <a:solidFill>
                  <a:srgbClr val="520977"/>
                </a:solidFill>
              </a:rPr>
              <a:t>ПУТЬ СВОБОДЕН — габарит виден и пуст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7DD356B-B9E9-4079-B011-94AB489FC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714750"/>
            <a:ext cx="4762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1D6"/>
          </a:solidFill>
          <a:ln xmlns:a="http://schemas.openxmlformats.org/drawingml/2006/main" w="9525">
            <a:solidFill>
              <a:srgbClr val="D9CB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520977"/>
                </a:solidFill>
              </a:defRPr>
            </a:pPr>
            <a:r>
              <a:rPr sz="1275" b="1">
                <a:solidFill>
                  <a:srgbClr val="520977"/>
                </a:solidFill>
              </a:rPr>
              <a:t>НЕДОСТАТОЧНО ДАННЫХ — зона пути видна плохо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8A6DBD1-CAEF-4095-86C9-1E8BAF4BD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619625"/>
            <a:ext cx="4714875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20977"/>
                </a:solidFill>
              </a:defRPr>
            </a:pPr>
            <a:r>
              <a:rPr sz="1275" b="0" i="0">
                <a:solidFill>
                  <a:srgbClr val="520977"/>
                </a:solidFill>
              </a:rPr>
              <a:t>Для знакомого участка можно включить сравнение с чистым эталонным проездом из той же точки. В новом тоннеле этот режим не используется.</a:t>
            </a: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</p:sld>
</file>

<file path=ppt/slides/slide6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a38cb644ba924cc7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Скругленный 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477" y="1522006"/>
            <a:ext cx="3399397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5958" y="1522006"/>
            <a:ext cx="3248506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8" y="1522006"/>
            <a:ext cx="3248506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 xmlns:a="http://schemas.openxmlformats.org/drawingml/2006/main"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rPr>
                <a:solidFill>
                  <a:schemeClr val="accent5"/>
                </a:solidFill>
              </a:rPr>
              <a:t>6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 xmlns:a="http://schemas.openxmlformats.org/drawingml/2006/main"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xmlns:a="http://schemas.openxmlformats.org/drawingml/2006/main" noGrp="1"/>
          </p:cNvSpPr>
          <p:nvPr>
            <p:ph type="body" idx="37"/>
          </p:nvPr>
        </p:nvSpPr>
        <p:spPr>
          <a:xfrm xmlns:a="http://schemas.openxmlformats.org/drawingml/2006/main">
            <a:off x="780565" y="2493074"/>
            <a:ext cx="2965634" cy="4236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520977"/>
                </a:solidFill>
              </a:defRPr>
            </a:pPr>
            <a:r>
              <a:rPr sz="1575" b="1">
                <a:solidFill>
                  <a:srgbClr val="520977"/>
                </a:solidFill>
              </a:rPr>
              <a:t>Геометрический контур</a:t>
            </a:r>
            <a:endParaRPr sz="180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xmlns:a="http://schemas.openxmlformats.org/drawingml/2006/main" noGrp="1"/>
          </p:cNvSpPr>
          <p:nvPr>
            <p:ph type="body" idx="38"/>
          </p:nvPr>
        </p:nvSpPr>
        <p:spPr>
          <a:xfrm xmlns:a="http://schemas.openxmlformats.org/drawingml/2006/main">
            <a:off x="780565" y="3128740"/>
            <a:ext cx="2965633" cy="27979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  <a:defRPr sz="1275">
                <a:solidFill>
                  <a:srgbClr val="1C1D22"/>
                </a:solidFill>
              </a:defRPr>
            </a:pPr>
            <a:r>
              <a:rPr sz="1275">
                <a:solidFill>
                  <a:srgbClr val="1C1D22"/>
                </a:solidFill>
              </a:rPr>
              <a:t>Работает без обучения: всё, что физически входит в движущийся габарит, становится кандидатом. Это режим максимальной чувствительности.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xmlns:a="http://schemas.openxmlformats.org/drawingml/2006/main" noGrp="1"/>
          </p:cNvSpPr>
          <p:nvPr>
            <p:ph type="body" idx="39"/>
          </p:nvPr>
        </p:nvSpPr>
        <p:spPr>
          <a:xfrm xmlns:a="http://schemas.openxmlformats.org/drawingml/2006/main">
            <a:off x="4623178" y="2493074"/>
            <a:ext cx="3034896" cy="4037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520977"/>
                </a:solidFill>
              </a:defRPr>
            </a:pPr>
            <a:r>
              <a:rPr sz="1575" b="1">
                <a:solidFill>
                  <a:srgbClr val="520977"/>
                </a:solidFill>
              </a:rPr>
              <a:t>Фильтр инфраструктуры</a:t>
            </a:r>
            <a:endParaRPr sz="1800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xmlns:a="http://schemas.openxmlformats.org/drawingml/2006/main" noGrp="1"/>
          </p:cNvSpPr>
          <p:nvPr>
            <p:ph type="body" idx="40"/>
          </p:nvPr>
        </p:nvSpPr>
        <p:spPr>
          <a:xfrm xmlns:a="http://schemas.openxmlformats.org/drawingml/2006/main">
            <a:off x="4623178" y="3128740"/>
            <a:ext cx="3034896" cy="27979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  <a:defRPr sz="1275">
                <a:solidFill>
                  <a:srgbClr val="1C1D22"/>
                </a:solidFill>
              </a:defRPr>
            </a:pPr>
            <a:r>
              <a:rPr sz="1275">
                <a:solidFill>
                  <a:srgbClr val="1C1D22"/>
                </a:solidFill>
              </a:rPr>
              <a:t>100 небольших деревьев оценивают форму, плотность и положение кандидата. Они снижают число тревог от стен, кабелей и платформ.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6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xmlns:a="http://schemas.openxmlformats.org/drawingml/2006/main" noGrp="1"/>
          </p:cNvSpPr>
          <p:nvPr>
            <p:ph type="body" idx="41"/>
          </p:nvPr>
        </p:nvSpPr>
        <p:spPr>
          <a:xfrm xmlns:a="http://schemas.openxmlformats.org/drawingml/2006/main">
            <a:off x="8547959" y="2493074"/>
            <a:ext cx="2945464" cy="40391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520977"/>
                </a:solidFill>
              </a:defRPr>
            </a:pPr>
            <a:r>
              <a:rPr sz="1575" b="1">
                <a:solidFill>
                  <a:srgbClr val="520977"/>
                </a:solidFill>
              </a:rPr>
              <a:t>Память маршрута — опция</a:t>
            </a:r>
            <a:endParaRPr sz="1800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xmlns:a="http://schemas.openxmlformats.org/drawingml/2006/main" noGrp="1"/>
          </p:cNvSpPr>
          <p:nvPr>
            <p:ph type="body" idx="42"/>
          </p:nvPr>
        </p:nvSpPr>
        <p:spPr>
          <a:xfrm xmlns:a="http://schemas.openxmlformats.org/drawingml/2006/main">
            <a:off x="8547959" y="3128740"/>
            <a:ext cx="2945464" cy="27979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  <a:defRPr sz="1275">
                <a:solidFill>
                  <a:srgbClr val="1C1D22"/>
                </a:solidFill>
              </a:defRPr>
            </a:pPr>
            <a:r>
              <a:rPr sz="1275">
                <a:solidFill>
                  <a:srgbClr val="1C1D22"/>
                </a:solidFill>
              </a:rPr>
              <a:t>Если есть чистая запись знакомого участка, текущий кадр сравнивается с кадром из той же точки маршрута. Новые объекты выделяются как изменения. В новом тоннеле режим выключен.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6" y="335426"/>
            <a:ext cx="11331221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520977"/>
                </a:solidFill>
              </a:defRPr>
            </a:pPr>
            <a:r>
              <a:rPr sz="1650" b="1">
                <a:solidFill>
                  <a:srgbClr val="520977"/>
                </a:solidFill>
              </a:rPr>
              <a:t>КАК ПРИНИМАЕТСЯ РЕШЕНИЕ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" name="Текст 14">
            <a:extLst xmlns:a="http://schemas.openxmlformats.org/drawingml/2006/main"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xmlns:a="http://schemas.openxmlformats.org/drawingml/2006/main" noGrp="1"/>
          </p:cNvSpPr>
          <p:nvPr>
            <p:ph type="body" idx="49"/>
          </p:nvPr>
        </p:nvSpPr>
        <p:spPr>
          <a:xfrm xmlns:a="http://schemas.openxmlformats.org/drawingml/2006/main">
            <a:off x="780565" y="1772415"/>
            <a:ext cx="1311031" cy="601141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0053"/>
                </a:solidFill>
              </a:defRPr>
            </a:pPr>
            <a:r>
              <a:rPr sz="2400" b="1">
                <a:solidFill>
                  <a:srgbClr val="FF0053"/>
                </a:solidFill>
              </a:rPr>
              <a:t>01</a:t>
            </a:r>
            <a:endParaRPr sz="4400" b="1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 xmlns:a="http://schemas.openxmlformats.org/drawingml/2006/main"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xmlns:a="http://schemas.openxmlformats.org/drawingml/2006/main" noGrp="1"/>
          </p:cNvSpPr>
          <p:nvPr>
            <p:ph type="body" idx="50"/>
          </p:nvPr>
        </p:nvSpPr>
        <p:spPr>
          <a:xfrm xmlns:a="http://schemas.openxmlformats.org/drawingml/2006/main">
            <a:off x="4615219" y="1766200"/>
            <a:ext cx="1311031" cy="57294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0053"/>
                </a:solidFill>
              </a:defRPr>
            </a:pPr>
            <a:r>
              <a:rPr sz="2400" b="1">
                <a:solidFill>
                  <a:srgbClr val="FF0053"/>
                </a:solidFill>
              </a:rPr>
              <a:t>02</a:t>
            </a:r>
            <a:endParaRPr sz="4400" b="1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 xmlns:a="http://schemas.openxmlformats.org/drawingml/2006/main"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xmlns:a="http://schemas.openxmlformats.org/drawingml/2006/main" noGrp="1"/>
          </p:cNvSpPr>
          <p:nvPr>
            <p:ph type="body" idx="51"/>
          </p:nvPr>
        </p:nvSpPr>
        <p:spPr>
          <a:xfrm xmlns:a="http://schemas.openxmlformats.org/drawingml/2006/main">
            <a:off x="8547959" y="1766043"/>
            <a:ext cx="1311031" cy="57316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0053"/>
                </a:solidFill>
              </a:defRPr>
            </a:pPr>
            <a:r>
              <a:rPr sz="2400" b="1">
                <a:solidFill>
                  <a:srgbClr val="FF0053"/>
                </a:solidFill>
              </a:rPr>
              <a:t>03</a:t>
            </a:r>
            <a:endParaRPr sz="4400" b="1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</p:sld>
</file>

<file path=ppt/slides/slide7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cdfbe7b9f5d945eb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111828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5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 xmlns:a="http://schemas.openxmlformats.org/drawingml/2006/main"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744" y="1366423"/>
            <a:ext cx="5905293" cy="791668"/>
          </a:xfrm>
          <a:prstGeom xmlns:a="http://schemas.openxmlformats.org/drawingml/2006/main" prst="roundRect">
            <a:avLst>
              <a:gd name="adj" fmla="val 1633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 xmlns:a="http://schemas.openxmlformats.org/drawingml/2006/main"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744" y="2377094"/>
            <a:ext cx="5905293" cy="791668"/>
          </a:xfrm>
          <a:prstGeom xmlns:a="http://schemas.openxmlformats.org/drawingml/2006/main" prst="roundRect">
            <a:avLst>
              <a:gd name="adj" fmla="val 1633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 xmlns:a="http://schemas.openxmlformats.org/drawingml/2006/main"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744" y="3387765"/>
            <a:ext cx="5905293" cy="791668"/>
          </a:xfrm>
          <a:prstGeom xmlns:a="http://schemas.openxmlformats.org/drawingml/2006/main" prst="roundRect">
            <a:avLst>
              <a:gd name="adj" fmla="val 1633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 xmlns:a="http://schemas.openxmlformats.org/drawingml/2006/main"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744" y="4398436"/>
            <a:ext cx="5905293" cy="791668"/>
          </a:xfrm>
          <a:prstGeom xmlns:a="http://schemas.openxmlformats.org/drawingml/2006/main" prst="roundRect">
            <a:avLst>
              <a:gd name="adj" fmla="val 1633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 xmlns:a="http://schemas.openxmlformats.org/drawingml/2006/main"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744" y="5409107"/>
            <a:ext cx="5905293" cy="791668"/>
          </a:xfrm>
          <a:prstGeom xmlns:a="http://schemas.openxmlformats.org/drawingml/2006/main" prst="roundRect">
            <a:avLst>
              <a:gd name="adj" fmla="val 1633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 xmlns:a="http://schemas.openxmlformats.org/drawingml/2006/main"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6" y="1366423"/>
            <a:ext cx="5389562" cy="4834352"/>
          </a:xfrm>
          <a:prstGeom xmlns:a="http://schemas.openxmlformats.org/drawingml/2006/main" prst="roundRect">
            <a:avLst>
              <a:gd name="adj" fmla="val 291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623887" y="1732103"/>
            <a:ext cx="4734175" cy="41393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6 реальных записей организаторов</a:t>
            </a:r>
            <a:endParaRPr sz="3600" b="1">
              <a:solidFill>
                <a:schemeClr val="tx1"/>
              </a:solidFill>
            </a:endParaRPr>
          </a:p>
          <a:p xmlns:a="http://schemas.openxmlformats.org/drawingml/2006/main">
            <a:pPr algn="l"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2 488 кадров · ≈ 4 минуты · ≈ 10 Гц</a:t>
            </a:r>
            <a:endParaRPr sz="3600" b="1">
              <a:solidFill>
                <a:schemeClr val="tx1"/>
              </a:solidFill>
            </a:endParaRPr>
          </a:p>
          <a:p xmlns:a="http://schemas.openxmlformats.org/drawingml/2006/main">
            <a:pPr algn="l"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тоннели, платформа, гермозатвор и стрелка</a:t>
            </a:r>
            <a:endParaRPr sz="3600" b="1">
              <a:solidFill>
                <a:schemeClr val="tx1"/>
              </a:solidFill>
            </a:endParaRPr>
          </a:p>
          <a:p xmlns:a="http://schemas.openxmlformats.org/drawingml/2006/main">
            <a:pPr algn="l">
              <a:buNone/>
              <a:defRPr sz="1950" b="1">
                <a:solidFill>
                  <a:srgbClr val="520977"/>
                </a:solidFill>
              </a:defRPr>
            </a:pPr>
            <a:r>
              <a:rPr sz="1950" b="1">
                <a:solidFill>
                  <a:srgbClr val="520977"/>
                </a:solidFill>
              </a:rPr>
              <a:t/>
            </a:r>
            <a:endParaRPr sz="3600" b="1">
              <a:solidFill>
                <a:schemeClr val="tx1"/>
              </a:solidFill>
            </a:endParaRPr>
          </a:p>
          <a:p xmlns:a="http://schemas.openxmlformats.org/drawingml/2006/main">
            <a:pPr algn="l"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ОБУЧЕНИЕ</a:t>
            </a:r>
            <a:endParaRPr sz="3600" b="1">
              <a:solidFill>
                <a:schemeClr val="tx1"/>
              </a:solidFill>
            </a:endParaRPr>
          </a:p>
          <a:p xmlns:a="http://schemas.openxmlformats.org/drawingml/2006/main">
            <a:pPr algn="l"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Чистые проезды + созданные нами 3d-препятствия, вставленные в реальные лучи</a:t>
            </a:r>
            <a:endParaRPr sz="3600" b="1">
              <a:solidFill>
                <a:schemeClr val="tx1"/>
              </a:solidFill>
            </a:endParaRPr>
          </a:p>
          <a:p xmlns:a="http://schemas.openxmlformats.org/drawingml/2006/main">
            <a:pPr algn="l">
              <a:buNone/>
              <a:defRPr sz="1950" b="1">
                <a:solidFill>
                  <a:srgbClr val="520977"/>
                </a:solidFill>
              </a:defRPr>
            </a:pPr>
            <a:r>
              <a:rPr sz="1950" b="1">
                <a:solidFill>
                  <a:srgbClr val="520977"/>
                </a:solidFill>
              </a:rPr>
              <a:t/>
            </a:r>
            <a:endParaRPr sz="3600" b="1">
              <a:solidFill>
                <a:schemeClr val="tx1"/>
              </a:solidFill>
            </a:endParaRPr>
          </a:p>
          <a:p xmlns:a="http://schemas.openxmlformats.org/drawingml/2006/main">
            <a:pPr algn="l"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ВАЛИДАЦИЯ</a:t>
            </a:r>
            <a:endParaRPr sz="3600" b="1">
              <a:solidFill>
                <a:schemeClr val="tx1"/>
              </a:solidFill>
            </a:endParaRPr>
          </a:p>
          <a:p xmlns:a="http://schemas.openxmlformats.org/drawingml/2006/main">
            <a:pPr algn="l"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Целые записи откладывались полностью; соседние кадры одного проезда не смешивались</a:t>
            </a:r>
            <a:endParaRPr sz="3600" b="1">
              <a:solidFill>
                <a:schemeClr val="tx1"/>
              </a:solidFill>
            </a:endParaRPr>
          </a:p>
          <a:p xmlns:a="http://schemas.openxmlformats.org/drawingml/2006/main">
            <a:pPr algn="l">
              <a:buNone/>
              <a:defRPr sz="1950" b="1">
                <a:solidFill>
                  <a:srgbClr val="520977"/>
                </a:solidFill>
              </a:defRPr>
            </a:pPr>
            <a:r>
              <a:rPr sz="1950" b="1">
                <a:solidFill>
                  <a:srgbClr val="520977"/>
                </a:solidFill>
              </a:rPr>
              <a:t/>
            </a:r>
            <a:endParaRPr sz="3600" b="1">
              <a:solidFill>
                <a:schemeClr val="tx1"/>
              </a:solidFill>
            </a:endParaRPr>
          </a:p>
          <a:p xmlns:a="http://schemas.openxmlformats.org/drawingml/2006/main">
            <a:pPr algn="l"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ОТДЕЛЬНАЯ ПРОВЕРКА</a:t>
            </a:r>
            <a:endParaRPr sz="3600" b="1">
              <a:solidFill>
                <a:schemeClr val="tx1"/>
              </a:solidFill>
            </a:endParaRPr>
          </a:p>
          <a:p xmlns:a="http://schemas.openxmlformats.org/drawingml/2006/main">
            <a:pPr algn="l"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Официальная синтетика: объекты внутри, снаружи и над габаритом</a:t>
            </a:r>
            <a:endParaRPr sz="3600" b="1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6172730" y="1445505"/>
            <a:ext cx="5460470" cy="6001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520977"/>
                </a:solidFill>
              </a:defRPr>
            </a:pPr>
            <a:r>
              <a:rPr sz="1200" b="1">
                <a:solidFill>
                  <a:srgbClr val="520977"/>
                </a:solidFill>
              </a:rPr>
              <a:t>ГАБАРИТ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200" b="1">
                <a:solidFill>
                  <a:srgbClr val="520977"/>
                </a:solidFill>
              </a:defRPr>
            </a:pPr>
            <a:r>
              <a:rPr sz="1200" b="1">
                <a:solidFill>
                  <a:srgbClr val="520977"/>
                </a:solidFill>
              </a:rPr>
              <a:t>2,1 × 3,0 м по ответам организаторов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6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6172730" y="2472872"/>
            <a:ext cx="5460470" cy="6001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520977"/>
                </a:solidFill>
              </a:defRPr>
            </a:pPr>
            <a:r>
              <a:rPr sz="1200" b="1">
                <a:solidFill>
                  <a:srgbClr val="520977"/>
                </a:solidFill>
              </a:rPr>
              <a:t>МИНИМАЛЬНЫЙ ОБЪЕКТ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200" b="1">
                <a:solidFill>
                  <a:srgbClr val="520977"/>
                </a:solidFill>
              </a:defRPr>
            </a:pPr>
            <a:r>
              <a:rPr sz="1200" b="1">
                <a:solidFill>
                  <a:srgbClr val="520977"/>
                </a:solidFill>
              </a:rPr>
              <a:t>0,3 × 0,3 × 0,1 м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6172730" y="3485922"/>
            <a:ext cx="5460470" cy="6001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520977"/>
                </a:solidFill>
              </a:defRPr>
            </a:pPr>
            <a:r>
              <a:rPr sz="1200" b="1">
                <a:solidFill>
                  <a:srgbClr val="520977"/>
                </a:solidFill>
              </a:rPr>
              <a:t>ДВИЖЕНИЕ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200" b="1">
                <a:solidFill>
                  <a:srgbClr val="520977"/>
                </a:solidFill>
              </a:defRPr>
            </a:pPr>
            <a:r>
              <a:rPr sz="1200" b="1">
                <a:solidFill>
                  <a:srgbClr val="520977"/>
                </a:solidFill>
              </a:rPr>
              <a:t>≈ 10 Гц; расчёт до 85 км/ч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172730" y="4496593"/>
            <a:ext cx="5460470" cy="6001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520977"/>
                </a:solidFill>
              </a:defRPr>
            </a:pPr>
            <a:r>
              <a:rPr sz="1200" b="1">
                <a:solidFill>
                  <a:srgbClr val="520977"/>
                </a:solidFill>
              </a:rPr>
              <a:t>СИНТЕТИКА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200" b="1">
                <a:solidFill>
                  <a:srgbClr val="520977"/>
                </a:solidFill>
              </a:defRPr>
            </a:pPr>
            <a:r>
              <a:rPr sz="1200" b="1">
                <a:solidFill>
                  <a:srgbClr val="520977"/>
                </a:solidFill>
              </a:rPr>
              <a:t>реальные лучи и физически корректное перекрытие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9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xmlns:a="http://schemas.openxmlformats.org/drawingml/2006/main" noGrp="1"/>
          </p:cNvSpPr>
          <p:nvPr>
            <p:ph type="body" idx="19"/>
          </p:nvPr>
        </p:nvSpPr>
        <p:spPr>
          <a:xfrm xmlns:a="http://schemas.openxmlformats.org/drawingml/2006/main">
            <a:off x="6172730" y="5516924"/>
            <a:ext cx="5460470" cy="6001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520977"/>
                </a:solidFill>
              </a:defRPr>
            </a:pPr>
            <a:r>
              <a:rPr sz="1200" b="1">
                <a:solidFill>
                  <a:srgbClr val="520977"/>
                </a:solidFill>
              </a:rPr>
              <a:t>ПРИОРИТЕТ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200" b="1">
                <a:solidFill>
                  <a:srgbClr val="520977"/>
                </a:solidFill>
              </a:defRPr>
            </a:pPr>
            <a:r>
              <a:rPr sz="1200" b="1">
                <a:solidFill>
                  <a:srgbClr val="520977"/>
                </a:solidFill>
              </a:rPr>
              <a:t>сначала ложные тревоги, затем полнота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10" name="Номер слайда 9">
            <a:extLst xmlns:a="http://schemas.openxmlformats.org/drawingml/2006/main"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633200" y="6356350"/>
            <a:ext cx="558800" cy="365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rPr>
                <a:solidFill>
                  <a:schemeClr val="accent5"/>
                </a:solidFill>
              </a:rPr>
              <a:t>7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21226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ДАННЫЕ И ПРОТОКОЛ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</p:sld>
</file>

<file path=ppt/slides/slide8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a8d850abd4f04ee6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Скругленный прямоугольник 11">
            <a:extLst xmlns:a="http://schemas.openxmlformats.org/drawingml/2006/main"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111828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5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 xmlns:a="http://schemas.openxmlformats.org/drawingml/2006/main"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rPr>
                <a:solidFill>
                  <a:schemeClr val="accent5"/>
                </a:solidFill>
              </a:rPr>
              <a:t>8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 xmlns:a="http://schemas.openxmlformats.org/drawingml/2006/main">
              <a:ext uri="{FF2B5EF4-FFF2-40B4-BE49-F238E27FC236}">
                <a16:creationId xmlns:a16="http://schemas.microsoft.com/office/drawing/2014/main" id="{89C5FEE7-8855-4287-AE2D-52539F4D5F31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346075" y="1458075"/>
            <a:ext cx="2526079" cy="1476687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520977"/>
                </a:solidFill>
              </a:defRPr>
            </a:pPr>
            <a:r>
              <a:rPr sz="1500" b="1">
                <a:solidFill>
                  <a:srgbClr val="520977"/>
                </a:solidFill>
              </a:rPr>
              <a:t>Получаем облако</a:t>
            </a:r>
            <a:endParaRPr b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8BB2C021-BD44-4085-92C0-42B29CA7DD4E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346075" y="1814077"/>
            <a:ext cx="2526079" cy="112068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>
                <a:solidFill>
                  <a:srgbClr val="1C1D22"/>
                </a:solidFill>
              </a:defRPr>
            </a:pPr>
            <a:r>
              <a:rPr sz="1050">
                <a:solidFill>
                  <a:srgbClr val="1C1D22"/>
                </a:solidFill>
              </a:rPr>
              <a:t>координаты и интенсивность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1726F0F5-5C67-466D-943E-F4703B2F2700}"/>
              </a:ext>
            </a:extLst>
          </p:cNvPr>
          <p:cNvSpPr>
            <a:spLocks xmlns:a="http://schemas.openxmlformats.org/drawingml/2006/main" noGrp="1"/>
          </p:cNvSpPr>
          <p:nvPr>
            <p:ph type="body" idx="28"/>
          </p:nvPr>
        </p:nvSpPr>
        <p:spPr>
          <a:xfrm xmlns:a="http://schemas.openxmlformats.org/drawingml/2006/main">
            <a:off x="4832960" y="1458075"/>
            <a:ext cx="2526079" cy="1476687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520977"/>
                </a:solidFill>
              </a:defRPr>
            </a:pPr>
            <a:r>
              <a:rPr sz="1500" b="1">
                <a:solidFill>
                  <a:srgbClr val="520977"/>
                </a:solidFill>
              </a:rPr>
              <a:t>Восстанавливаем путь</a:t>
            </a:r>
            <a:endParaRPr b="0">
              <a:solidFill>
                <a:schemeClr val="accent5"/>
              </a:solidFill>
            </a:endParaRP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66D4997F-BA2F-417E-957D-7B6FF608CC45}"/>
              </a:ext>
            </a:extLst>
          </p:cNvPr>
          <p:cNvSpPr>
            <a:spLocks xmlns:a="http://schemas.openxmlformats.org/drawingml/2006/main" noGrp="1"/>
          </p:cNvSpPr>
          <p:nvPr>
            <p:ph type="body" idx="29"/>
          </p:nvPr>
        </p:nvSpPr>
        <p:spPr>
          <a:xfrm xmlns:a="http://schemas.openxmlformats.org/drawingml/2006/main">
            <a:off x="4832960" y="1814077"/>
            <a:ext cx="2526079" cy="112068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>
                <a:solidFill>
                  <a:srgbClr val="1C1D22"/>
                </a:solidFill>
              </a:defRPr>
            </a:pPr>
            <a:r>
              <a:rPr sz="1050">
                <a:solidFill>
                  <a:srgbClr val="1C1D22"/>
                </a:solidFill>
              </a:rPr>
              <a:t>центр, высота и поворот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6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B04BBFFE-3199-451F-A356-405FEE6461C5}"/>
              </a:ext>
            </a:extLst>
          </p:cNvPr>
          <p:cNvSpPr>
            <a:spLocks xmlns:a="http://schemas.openxmlformats.org/drawingml/2006/main" noGrp="1"/>
          </p:cNvSpPr>
          <p:nvPr>
            <p:ph type="body" idx="30"/>
          </p:nvPr>
        </p:nvSpPr>
        <p:spPr>
          <a:xfrm xmlns:a="http://schemas.openxmlformats.org/drawingml/2006/main">
            <a:off x="9330862" y="1458075"/>
            <a:ext cx="2526079" cy="1476687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520977"/>
                </a:solidFill>
              </a:defRPr>
            </a:pPr>
            <a:r>
              <a:rPr sz="1500" b="1">
                <a:solidFill>
                  <a:srgbClr val="520977"/>
                </a:solidFill>
              </a:rPr>
              <a:t>Строим габарит</a:t>
            </a:r>
            <a:endParaRPr b="0">
              <a:solidFill>
                <a:schemeClr val="accent5"/>
              </a:solidFill>
            </a:endParaRPr>
          </a:p>
        </p:txBody>
      </p:sp>
      <p:sp>
        <p:nvSpPr>
          <p:cNvPr id="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6B529974-604C-48E2-AD6F-070B19225F48}"/>
              </a:ext>
            </a:extLst>
          </p:cNvPr>
          <p:cNvSpPr>
            <a:spLocks xmlns:a="http://schemas.openxmlformats.org/drawingml/2006/main" noGrp="1"/>
          </p:cNvSpPr>
          <p:nvPr>
            <p:ph type="body" idx="31"/>
          </p:nvPr>
        </p:nvSpPr>
        <p:spPr>
          <a:xfrm xmlns:a="http://schemas.openxmlformats.org/drawingml/2006/main">
            <a:off x="9330862" y="1814077"/>
            <a:ext cx="2526079" cy="112068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>
                <a:solidFill>
                  <a:srgbClr val="1C1D22"/>
                </a:solidFill>
              </a:defRPr>
            </a:pPr>
            <a:r>
              <a:rPr sz="1050">
                <a:solidFill>
                  <a:srgbClr val="1C1D22"/>
                </a:solidFill>
              </a:rPr>
              <a:t>2,1 × 3,0 м вдоль рельсов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9C425FA5-5D8B-4070-9FEA-743FFC23DC9C}"/>
              </a:ext>
            </a:extLst>
          </p:cNvPr>
          <p:cNvSpPr>
            <a:spLocks xmlns:a="http://schemas.openxmlformats.org/drawingml/2006/main" noGrp="1"/>
          </p:cNvSpPr>
          <p:nvPr>
            <p:ph type="body" idx="32"/>
          </p:nvPr>
        </p:nvSpPr>
        <p:spPr>
          <a:xfrm xmlns:a="http://schemas.openxmlformats.org/drawingml/2006/main">
            <a:off x="2593517" y="4825338"/>
            <a:ext cx="2526079" cy="1476687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520977"/>
                </a:solidFill>
              </a:defRPr>
            </a:pPr>
            <a:r>
              <a:rPr sz="1500" b="1">
                <a:solidFill>
                  <a:srgbClr val="520977"/>
                </a:solidFill>
              </a:rPr>
              <a:t>Проверяем объекты</a:t>
            </a:r>
            <a:endParaRPr b="0">
              <a:solidFill>
                <a:schemeClr val="accent5"/>
              </a:solidFill>
            </a:endParaRPr>
          </a:p>
        </p:txBody>
      </p:sp>
      <p:sp>
        <p:nvSpPr>
          <p:cNvPr id="9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3E4BE6CF-D653-4C71-B520-8F640E846D62}"/>
              </a:ext>
            </a:extLst>
          </p:cNvPr>
          <p:cNvSpPr>
            <a:spLocks xmlns:a="http://schemas.openxmlformats.org/drawingml/2006/main" noGrp="1"/>
          </p:cNvSpPr>
          <p:nvPr>
            <p:ph type="body" idx="33"/>
          </p:nvPr>
        </p:nvSpPr>
        <p:spPr>
          <a:xfrm xmlns:a="http://schemas.openxmlformats.org/drawingml/2006/main">
            <a:off x="2593517" y="5181340"/>
            <a:ext cx="2526079" cy="112068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>
                <a:solidFill>
                  <a:srgbClr val="1C1D22"/>
                </a:solidFill>
              </a:defRPr>
            </a:pPr>
            <a:r>
              <a:rPr sz="1050">
                <a:solidFill>
                  <a:srgbClr val="1C1D22"/>
                </a:solidFill>
              </a:rPr>
              <a:t>компоненты и 100 деревьев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7FE93D78-FBF8-4CFA-B0D4-B21070DBC331}"/>
              </a:ext>
            </a:extLst>
          </p:cNvPr>
          <p:cNvSpPr>
            <a:spLocks xmlns:a="http://schemas.openxmlformats.org/drawingml/2006/main" noGrp="1"/>
          </p:cNvSpPr>
          <p:nvPr>
            <p:ph type="body" idx="34"/>
          </p:nvPr>
        </p:nvSpPr>
        <p:spPr>
          <a:xfrm xmlns:a="http://schemas.openxmlformats.org/drawingml/2006/main">
            <a:off x="7080402" y="4825338"/>
            <a:ext cx="2526079" cy="1476687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520977"/>
                </a:solidFill>
              </a:defRPr>
            </a:pPr>
            <a:r>
              <a:rPr sz="1500" b="1">
                <a:solidFill>
                  <a:srgbClr val="520977"/>
                </a:solidFill>
              </a:rPr>
              <a:t>Выдаём ответ</a:t>
            </a:r>
            <a:endParaRPr b="0">
              <a:solidFill>
                <a:schemeClr val="accent5"/>
              </a:solidFill>
            </a:endParaRPr>
          </a:p>
        </p:txBody>
      </p:sp>
      <p:sp>
        <p:nvSpPr>
          <p:cNvPr id="11" name="Текст 10">
            <a:extLst xmlns:a="http://schemas.openxmlformats.org/drawingml/2006/main">
              <a:ext uri="{FF2B5EF4-FFF2-40B4-BE49-F238E27FC236}">
                <a16:creationId xmlns:a16="http://schemas.microsoft.com/office/drawing/2014/main" id="{931BD573-963A-40B6-8E80-802A897ACB26}"/>
              </a:ext>
            </a:extLst>
          </p:cNvPr>
          <p:cNvSpPr>
            <a:spLocks xmlns:a="http://schemas.openxmlformats.org/drawingml/2006/main" noGrp="1"/>
          </p:cNvSpPr>
          <p:nvPr>
            <p:ph type="body" idx="35"/>
          </p:nvPr>
        </p:nvSpPr>
        <p:spPr>
          <a:xfrm xmlns:a="http://schemas.openxmlformats.org/drawingml/2006/main">
            <a:off x="7080402" y="5181340"/>
            <a:ext cx="2526079" cy="112068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>
                <a:solidFill>
                  <a:srgbClr val="1C1D22"/>
                </a:solidFill>
              </a:defRPr>
            </a:pPr>
            <a:r>
              <a:rPr sz="1050">
                <a:solidFill>
                  <a:srgbClr val="1C1D22"/>
                </a:solidFill>
              </a:rPr>
              <a:t>состояние и расстояние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34" name="Прямая соединительная линия 33">
            <a:extLst xmlns:a="http://schemas.openxmlformats.org/drawingml/2006/main">
              <a:ext uri="{FF2B5EF4-FFF2-40B4-BE49-F238E27FC236}">
                <a16:creationId xmlns:a16="http://schemas.microsoft.com/office/drawing/2014/main" id="{8CEEC91B-79B9-4607-A433-0DBAF7E58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5940" y="3860224"/>
            <a:ext cx="1332546" cy="0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5" name="Прямая соединительная линия 34">
            <a:extLst xmlns:a="http://schemas.openxmlformats.org/drawingml/2006/main">
              <a:ext uri="{FF2B5EF4-FFF2-40B4-BE49-F238E27FC236}">
                <a16:creationId xmlns:a16="http://schemas.microsoft.com/office/drawing/2014/main" id="{299CE901-7462-4B53-94CE-98495BB55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2137" y="3862139"/>
            <a:ext cx="1332546" cy="0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6" name="Прямая соединительная линия 35">
            <a:extLst xmlns:a="http://schemas.openxmlformats.org/drawingml/2006/main">
              <a:ext uri="{FF2B5EF4-FFF2-40B4-BE49-F238E27FC236}">
                <a16:creationId xmlns:a16="http://schemas.microsoft.com/office/drawing/2014/main" id="{D755E93C-F299-4044-B025-861AC82B7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8334" y="3862139"/>
            <a:ext cx="1332546" cy="0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7" name="Прямая соединительная линия 36">
            <a:extLst xmlns:a="http://schemas.openxmlformats.org/drawingml/2006/main">
              <a:ext uri="{FF2B5EF4-FFF2-40B4-BE49-F238E27FC236}">
                <a16:creationId xmlns:a16="http://schemas.microsoft.com/office/drawing/2014/main" id="{78C1ED30-F73A-4709-87A1-9EE1E808C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0467" y="3862139"/>
            <a:ext cx="1332545" cy="0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8" name="Прямая соединительная линия 37">
            <a:extLst xmlns:a="http://schemas.openxmlformats.org/drawingml/2006/main">
              <a:ext uri="{FF2B5EF4-FFF2-40B4-BE49-F238E27FC236}">
                <a16:creationId xmlns:a16="http://schemas.microsoft.com/office/drawing/2014/main" id="{E0A45622-06FA-40A4-8079-DDF78305B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114" y="2934762"/>
            <a:ext cx="1" cy="573287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9" name="Прямая соединительная линия 38">
            <a:extLst xmlns:a="http://schemas.openxmlformats.org/drawingml/2006/main">
              <a:ext uri="{FF2B5EF4-FFF2-40B4-BE49-F238E27FC236}">
                <a16:creationId xmlns:a16="http://schemas.microsoft.com/office/drawing/2014/main" id="{AA6308E0-AFA8-4E59-8759-6FE6BFF8A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5312" y="4216228"/>
            <a:ext cx="1245" cy="575062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0" name="Прямая соединительная линия 39">
            <a:extLst xmlns:a="http://schemas.openxmlformats.org/drawingml/2006/main">
              <a:ext uri="{FF2B5EF4-FFF2-40B4-BE49-F238E27FC236}">
                <a16:creationId xmlns:a16="http://schemas.microsoft.com/office/drawing/2014/main" id="{54311620-8D6C-451E-8DC8-0D0394A31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34762"/>
            <a:ext cx="5509" cy="573287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1" name="Прямая соединительная линия 40">
            <a:extLst xmlns:a="http://schemas.openxmlformats.org/drawingml/2006/main">
              <a:ext uri="{FF2B5EF4-FFF2-40B4-BE49-F238E27FC236}">
                <a16:creationId xmlns:a16="http://schemas.microsoft.com/office/drawing/2014/main" id="{39958FC1-71E2-4491-9470-38F543EFC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8343442" y="4216228"/>
            <a:ext cx="4264" cy="575062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2" name="Прямая соединительная линия 41">
            <a:extLst xmlns:a="http://schemas.openxmlformats.org/drawingml/2006/main">
              <a:ext uri="{FF2B5EF4-FFF2-40B4-BE49-F238E27FC236}">
                <a16:creationId xmlns:a16="http://schemas.microsoft.com/office/drawing/2014/main" id="{B8DEE478-F9AF-4EC9-82D4-432B36E55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3901" y="2934762"/>
            <a:ext cx="1" cy="573287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3" name="Скругленный прямоугольник 42">
            <a:extLst xmlns:a="http://schemas.openxmlformats.org/drawingml/2006/main"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1126" y="3508049"/>
            <a:ext cx="874814" cy="708179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 b="1"/>
              <a:t>1</a:t>
            </a:r>
          </a:p>
        </p:txBody>
      </p:sp>
      <p:sp>
        <p:nvSpPr>
          <p:cNvPr id="44" name="Скругленный прямоугольник 43">
            <a:extLst xmlns:a="http://schemas.openxmlformats.org/drawingml/2006/main"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2397" y="3506136"/>
            <a:ext cx="874814" cy="708179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 b="1"/>
              <a:t>2</a:t>
            </a:r>
          </a:p>
        </p:txBody>
      </p:sp>
      <p:sp>
        <p:nvSpPr>
          <p:cNvPr id="45" name="Скругленный прямоугольник 44">
            <a:extLst xmlns:a="http://schemas.openxmlformats.org/drawingml/2006/main"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8594" y="3516255"/>
            <a:ext cx="874814" cy="708179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 b="1"/>
              <a:t>3</a:t>
            </a:r>
          </a:p>
        </p:txBody>
      </p:sp>
      <p:sp>
        <p:nvSpPr>
          <p:cNvPr id="53" name="Скругленный прямоугольник 52">
            <a:extLst xmlns:a="http://schemas.openxmlformats.org/drawingml/2006/main"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9752" y="3506135"/>
            <a:ext cx="874814" cy="708179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 b="1"/>
              <a:t>4</a:t>
            </a:r>
          </a:p>
        </p:txBody>
      </p:sp>
      <p:sp>
        <p:nvSpPr>
          <p:cNvPr id="54" name="Скругленный прямоугольник 53">
            <a:extLst xmlns:a="http://schemas.openxmlformats.org/drawingml/2006/main"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3012" y="3538626"/>
            <a:ext cx="874814" cy="708179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 b="1"/>
              <a:t>5</a:t>
            </a:r>
          </a:p>
        </p:txBody>
      </p:sp>
      <p:sp>
        <p:nvSpPr>
          <p:cNvPr id="15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21226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ОБРАБОТКА КАДРА</a:t>
            </a:r>
            <a:endParaRPr/>
          </a:p>
        </p:txBody>
      </p:sp>
      <p:sp>
        <p:nvSpPr>
          <p:cNvPr id="14" name="Скругленный прямоугольник 13">
            <a:extLst xmlns:a="http://schemas.openxmlformats.org/drawingml/2006/main"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480" y="1370651"/>
            <a:ext cx="2836197" cy="1581312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 b="1"/>
          </a:p>
        </p:txBody>
      </p:sp>
      <p:sp>
        <p:nvSpPr>
          <p:cNvPr id="16" name="Скругленный прямоугольник 15">
            <a:extLst xmlns:a="http://schemas.openxmlformats.org/drawingml/2006/main"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4180" y="1370651"/>
            <a:ext cx="2836197" cy="1581312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 b="1"/>
          </a:p>
        </p:txBody>
      </p:sp>
      <p:sp>
        <p:nvSpPr>
          <p:cNvPr id="17" name="Скругленный прямоугольник 16">
            <a:extLst xmlns:a="http://schemas.openxmlformats.org/drawingml/2006/main"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1880" y="1370651"/>
            <a:ext cx="2836197" cy="1581312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 b="1"/>
          </a:p>
        </p:txBody>
      </p:sp>
      <p:sp>
        <p:nvSpPr>
          <p:cNvPr id="18" name="Скругленный прямоугольник 17">
            <a:extLst xmlns:a="http://schemas.openxmlformats.org/drawingml/2006/main"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1878" y="4825338"/>
            <a:ext cx="2836197" cy="1581312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 b="1"/>
          </a:p>
        </p:txBody>
      </p:sp>
      <p:sp>
        <p:nvSpPr>
          <p:cNvPr id="19" name="Скругленный прямоугольник 18">
            <a:extLst xmlns:a="http://schemas.openxmlformats.org/drawingml/2006/main"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8708" y="4791290"/>
            <a:ext cx="2836197" cy="1581312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 b="1"/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</p:sld>
</file>

<file path=ppt/slides/slide9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223273f3acfd4a3d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Скругленный 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477" y="1522006"/>
            <a:ext cx="3399397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5958" y="1522006"/>
            <a:ext cx="3248506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8" y="1522006"/>
            <a:ext cx="3248506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 xmlns:a="http://schemas.openxmlformats.org/drawingml/2006/main"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rPr>
                <a:solidFill>
                  <a:schemeClr val="accent5"/>
                </a:solidFill>
              </a:rPr>
              <a:t>9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 xmlns:a="http://schemas.openxmlformats.org/drawingml/2006/main"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xmlns:a="http://schemas.openxmlformats.org/drawingml/2006/main" noGrp="1"/>
          </p:cNvSpPr>
          <p:nvPr>
            <p:ph type="body" idx="37"/>
          </p:nvPr>
        </p:nvSpPr>
        <p:spPr>
          <a:xfrm xmlns:a="http://schemas.openxmlformats.org/drawingml/2006/main">
            <a:off x="780565" y="2493074"/>
            <a:ext cx="2965634" cy="4236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520977"/>
                </a:solidFill>
              </a:defRPr>
            </a:pPr>
            <a:r>
              <a:rPr sz="1575" b="1">
                <a:solidFill>
                  <a:srgbClr val="520977"/>
                </a:solidFill>
              </a:rPr>
              <a:t>Геометрия — максимум полноты</a:t>
            </a:r>
            <a:endParaRPr sz="180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xmlns:a="http://schemas.openxmlformats.org/drawingml/2006/main" noGrp="1"/>
          </p:cNvSpPr>
          <p:nvPr>
            <p:ph type="body" idx="38"/>
          </p:nvPr>
        </p:nvSpPr>
        <p:spPr>
          <a:xfrm xmlns:a="http://schemas.openxmlformats.org/drawingml/2006/main">
            <a:off x="780565" y="3128740"/>
            <a:ext cx="2965633" cy="27979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  <a:defRPr sz="1275">
                <a:solidFill>
                  <a:srgbClr val="242424"/>
                </a:solidFill>
              </a:defRPr>
            </a:pPr>
            <a:r>
              <a:rPr sz="1275">
                <a:solidFill>
                  <a:srgbClr val="242424"/>
                </a:solidFill>
              </a:rPr>
              <a:t>68,0% — точные объекты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 marL="0" indent="0">
              <a:buNone/>
              <a:defRPr sz="1275">
                <a:solidFill>
                  <a:srgbClr val="242424"/>
                </a:solidFill>
              </a:defRPr>
            </a:pPr>
            <a:r>
              <a:rPr sz="1275">
                <a:solidFill>
                  <a:srgbClr val="242424"/>
                </a:solidFill>
              </a:rPr>
              <a:t>90,6% — незнакомые формы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 marL="0" indent="0">
              <a:buNone/>
              <a:defRPr sz="1275">
                <a:solidFill>
                  <a:srgbClr val="242424"/>
                </a:solidFill>
              </a:defRPr>
            </a:pPr>
            <a:r>
              <a:rPr sz="1275">
                <a:solidFill>
                  <a:srgbClr val="242424"/>
                </a:solidFill>
              </a:rPr>
              <a:t>Минус: много лишних тревог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xmlns:a="http://schemas.openxmlformats.org/drawingml/2006/main" noGrp="1"/>
          </p:cNvSpPr>
          <p:nvPr>
            <p:ph type="body" idx="39"/>
          </p:nvPr>
        </p:nvSpPr>
        <p:spPr>
          <a:xfrm xmlns:a="http://schemas.openxmlformats.org/drawingml/2006/main">
            <a:off x="4623178" y="2493074"/>
            <a:ext cx="3034896" cy="4037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520977"/>
                </a:solidFill>
              </a:defRPr>
            </a:pPr>
            <a:r>
              <a:rPr sz="1575" b="1">
                <a:solidFill>
                  <a:srgbClr val="520977"/>
                </a:solidFill>
              </a:rPr>
              <a:t>Ансамбль — минимум тревог</a:t>
            </a:r>
            <a:endParaRPr sz="1800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xmlns:a="http://schemas.openxmlformats.org/drawingml/2006/main" noGrp="1"/>
          </p:cNvSpPr>
          <p:nvPr>
            <p:ph type="body" idx="40"/>
          </p:nvPr>
        </p:nvSpPr>
        <p:spPr>
          <a:xfrm xmlns:a="http://schemas.openxmlformats.org/drawingml/2006/main">
            <a:off x="4623178" y="3128740"/>
            <a:ext cx="3034896" cy="27979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  <a:defRPr sz="1275">
                <a:solidFill>
                  <a:srgbClr val="242424"/>
                </a:solidFill>
              </a:defRPr>
            </a:pPr>
            <a:r>
              <a:rPr sz="1275">
                <a:solidFill>
                  <a:srgbClr val="242424"/>
                </a:solidFill>
              </a:rPr>
              <a:t>1,44% тревожных кадров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 marL="0" indent="0">
              <a:buNone/>
              <a:defRPr sz="1275">
                <a:solidFill>
                  <a:srgbClr val="242424"/>
                </a:solidFill>
              </a:defRPr>
            </a:pPr>
            <a:r>
              <a:rPr sz="1275">
                <a:solidFill>
                  <a:srgbClr val="242424"/>
                </a:solidFill>
              </a:rPr>
              <a:t>100% специфичности на точных тестах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 marL="0" indent="0">
              <a:buNone/>
              <a:defRPr sz="1275">
                <a:solidFill>
                  <a:srgbClr val="242424"/>
                </a:solidFill>
              </a:defRPr>
            </a:pPr>
            <a:r>
              <a:rPr sz="1275">
                <a:solidFill>
                  <a:srgbClr val="242424"/>
                </a:solidFill>
              </a:rPr>
              <a:t>Режим по умолчанию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6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xmlns:a="http://schemas.openxmlformats.org/drawingml/2006/main" noGrp="1"/>
          </p:cNvSpPr>
          <p:nvPr>
            <p:ph type="body" idx="41"/>
          </p:nvPr>
        </p:nvSpPr>
        <p:spPr>
          <a:xfrm xmlns:a="http://schemas.openxmlformats.org/drawingml/2006/main">
            <a:off x="8547959" y="2493074"/>
            <a:ext cx="2945464" cy="40391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520977"/>
                </a:solidFill>
              </a:defRPr>
            </a:pPr>
            <a:r>
              <a:rPr sz="1575" b="1">
                <a:solidFill>
                  <a:srgbClr val="520977"/>
                </a:solidFill>
              </a:rPr>
              <a:t>Сравнение с чистым проездом</a:t>
            </a:r>
            <a:endParaRPr sz="1800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xmlns:a="http://schemas.openxmlformats.org/drawingml/2006/main" noGrp="1"/>
          </p:cNvSpPr>
          <p:nvPr>
            <p:ph type="body" idx="42"/>
          </p:nvPr>
        </p:nvSpPr>
        <p:spPr>
          <a:xfrm xmlns:a="http://schemas.openxmlformats.org/drawingml/2006/main">
            <a:off x="8547959" y="3128740"/>
            <a:ext cx="2945464" cy="27979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  <a:defRPr sz="1275">
                <a:solidFill>
                  <a:srgbClr val="242424"/>
                </a:solidFill>
              </a:defRPr>
            </a:pPr>
            <a:r>
              <a:rPr sz="1275">
                <a:solidFill>
                  <a:srgbClr val="242424"/>
                </a:solidFill>
              </a:rPr>
              <a:t>Чистый кадр из той же позиции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 marL="0" indent="0">
              <a:buNone/>
              <a:defRPr sz="1275">
                <a:solidFill>
                  <a:srgbClr val="242424"/>
                </a:solidFill>
              </a:defRPr>
            </a:pPr>
            <a:r>
              <a:rPr sz="1275">
                <a:solidFill>
                  <a:srgbClr val="242424"/>
                </a:solidFill>
              </a:rPr>
              <a:t>87,7% полноты на 376 парах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 marL="0" indent="0">
              <a:buNone/>
              <a:defRPr sz="1275">
                <a:solidFill>
                  <a:srgbClr val="242424"/>
                </a:solidFill>
              </a:defRPr>
            </a:pPr>
            <a:r>
              <a:rPr sz="1275">
                <a:solidFill>
                  <a:srgbClr val="242424"/>
                </a:solidFill>
              </a:rPr>
              <a:t>Только для знакомого маршрута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6" y="335426"/>
            <a:ext cx="11331221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520977"/>
                </a:solidFill>
              </a:defRPr>
            </a:pPr>
            <a:r>
              <a:rPr sz="1650" b="1">
                <a:solidFill>
                  <a:srgbClr val="520977"/>
                </a:solidFill>
              </a:rPr>
              <a:t>ТРИ РЕЖИМА ДЛЯ РАЗНЫХ УСЛОВИЙ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" name="Текст 14">
            <a:extLst xmlns:a="http://schemas.openxmlformats.org/drawingml/2006/main"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xmlns:a="http://schemas.openxmlformats.org/drawingml/2006/main" noGrp="1"/>
          </p:cNvSpPr>
          <p:nvPr>
            <p:ph type="body" idx="49"/>
          </p:nvPr>
        </p:nvSpPr>
        <p:spPr>
          <a:xfrm xmlns:a="http://schemas.openxmlformats.org/drawingml/2006/main">
            <a:off x="780565" y="1772415"/>
            <a:ext cx="1311031" cy="601141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0053"/>
                </a:solidFill>
              </a:defRPr>
            </a:pPr>
            <a:r>
              <a:rPr sz="2400" b="1">
                <a:solidFill>
                  <a:srgbClr val="FF0053"/>
                </a:solidFill>
              </a:rPr>
              <a:t>01</a:t>
            </a:r>
            <a:endParaRPr sz="4400" b="1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 xmlns:a="http://schemas.openxmlformats.org/drawingml/2006/main"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xmlns:a="http://schemas.openxmlformats.org/drawingml/2006/main" noGrp="1"/>
          </p:cNvSpPr>
          <p:nvPr>
            <p:ph type="body" idx="50"/>
          </p:nvPr>
        </p:nvSpPr>
        <p:spPr>
          <a:xfrm xmlns:a="http://schemas.openxmlformats.org/drawingml/2006/main">
            <a:off x="4615219" y="1766200"/>
            <a:ext cx="1311031" cy="57294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0053"/>
                </a:solidFill>
              </a:defRPr>
            </a:pPr>
            <a:r>
              <a:rPr sz="2400" b="1">
                <a:solidFill>
                  <a:srgbClr val="FF0053"/>
                </a:solidFill>
              </a:rPr>
              <a:t>02</a:t>
            </a:r>
            <a:endParaRPr sz="4400" b="1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 xmlns:a="http://schemas.openxmlformats.org/drawingml/2006/main"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xmlns:a="http://schemas.openxmlformats.org/drawingml/2006/main" noGrp="1"/>
          </p:cNvSpPr>
          <p:nvPr>
            <p:ph type="body" idx="51"/>
          </p:nvPr>
        </p:nvSpPr>
        <p:spPr>
          <a:xfrm xmlns:a="http://schemas.openxmlformats.org/drawingml/2006/main">
            <a:off x="8547959" y="1766043"/>
            <a:ext cx="1311031" cy="57316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0053"/>
                </a:solidFill>
              </a:defRPr>
            </a:pPr>
            <a:r>
              <a:rPr sz="2400" b="1">
                <a:solidFill>
                  <a:srgbClr val="FF0053"/>
                </a:solidFill>
              </a:rPr>
              <a:t>03</a:t>
            </a:r>
            <a:endParaRPr sz="4400" b="1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</p:sld>
</file>

<file path=ppt/slides/slide10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53bbb7d664c446cd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Скругленный 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141" y="3008209"/>
            <a:ext cx="3728347" cy="3656826"/>
          </a:xfrm>
          <a:prstGeom xmlns:a="http://schemas.openxmlformats.org/drawingml/2006/main" prst="roundRect">
            <a:avLst>
              <a:gd name="adj" fmla="val 515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7137" y="3008209"/>
            <a:ext cx="3728347" cy="3656826"/>
          </a:xfrm>
          <a:prstGeom xmlns:a="http://schemas.openxmlformats.org/drawingml/2006/main" prst="roundRect">
            <a:avLst>
              <a:gd name="adj" fmla="val 515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5133" y="3008209"/>
            <a:ext cx="3728347" cy="3656826"/>
          </a:xfrm>
          <a:prstGeom xmlns:a="http://schemas.openxmlformats.org/drawingml/2006/main" prst="roundRect">
            <a:avLst>
              <a:gd name="adj" fmla="val 515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111828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 xmlns:a="http://schemas.openxmlformats.org/drawingml/2006/main"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0262" y="1366572"/>
            <a:ext cx="1504594" cy="1401168"/>
          </a:xfrm>
          <a:prstGeom xmlns:a="http://schemas.openxmlformats.org/drawingml/2006/main" prst="roundRect">
            <a:avLst/>
          </a:prstGeom>
          <a:noFill xmlns:a="http://schemas.openxmlformats.org/drawingml/2006/main"/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1018" y="1366572"/>
            <a:ext cx="1504594" cy="1401168"/>
          </a:xfrm>
          <a:prstGeom xmlns:a="http://schemas.openxmlformats.org/drawingml/2006/main" prst="roundRect">
            <a:avLst/>
          </a:prstGeom>
          <a:noFill xmlns:a="http://schemas.openxmlformats.org/drawingml/2006/main"/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7BEEEC-A170-5376-2B6E-CB54687B0CB1}" type="slidenum">
              <a:rPr>
                <a:solidFill>
                  <a:schemeClr val="accent5"/>
                </a:solidFill>
              </a:rPr>
              <a:t>10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616304" y="3286814"/>
            <a:ext cx="3264113" cy="2375115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1C1D22"/>
                </a:solidFill>
              </a:defRPr>
            </a:pPr>
            <a:r>
              <a:rPr sz="1425" b="1">
                <a:solidFill>
                  <a:srgbClr val="1C1D22"/>
                </a:solidFill>
              </a:rPr>
              <a:t>ПРОВЕРЯЕМ ГРАНИЦЫ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425" b="1">
                <a:solidFill>
                  <a:srgbClr val="1C1D22"/>
                </a:solidFill>
              </a:defRPr>
            </a:pPr>
            <a:r>
              <a:rPr sz="1425" b="1">
                <a:solidFill>
                  <a:srgbClr val="1C1D22"/>
                </a:solidFill>
              </a:rPr>
              <a:t/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defRPr sz="1425" b="1">
                <a:solidFill>
                  <a:srgbClr val="1C1D22"/>
                </a:solidFill>
              </a:defRPr>
            </a:pPr>
            <a:r>
              <a:rPr sz="1425" b="1">
                <a:solidFill>
                  <a:srgbClr val="1C1D22"/>
                </a:solidFill>
              </a:rPr>
              <a:t>Объект 0,3 × 0,3 × 0,1 м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425" b="1">
                <a:solidFill>
                  <a:srgbClr val="1C1D22"/>
                </a:solidFill>
              </a:defRPr>
            </a:pPr>
            <a:r>
              <a:rPr sz="1425" b="1">
                <a:solidFill>
                  <a:srgbClr val="1C1D22"/>
                </a:solidFill>
              </a:rPr>
              <a:t>20 / 40 / 60 / 80 м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425" b="1">
                <a:solidFill>
                  <a:srgbClr val="1C1D22"/>
                </a:solidFill>
              </a:defRPr>
            </a:pPr>
            <a:r>
              <a:rPr sz="1425" b="1">
                <a:solidFill>
                  <a:srgbClr val="1C1D22"/>
                </a:solidFill>
              </a:rPr>
              <a:t>внутри, снаружи и выше габарита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xmlns:a="http://schemas.openxmlformats.org/drawingml/2006/main" noGrp="1"/>
          </p:cNvSpPr>
          <p:nvPr>
            <p:ph type="body" idx="31"/>
          </p:nvPr>
        </p:nvSpPr>
        <p:spPr>
          <a:xfrm xmlns:a="http://schemas.openxmlformats.org/drawingml/2006/main">
            <a:off x="4569890" y="3264544"/>
            <a:ext cx="3264113" cy="2375115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1C1D22"/>
                </a:solidFill>
              </a:defRPr>
            </a:pPr>
            <a:r>
              <a:rPr sz="1425" b="1">
                <a:solidFill>
                  <a:srgbClr val="1C1D22"/>
                </a:solidFill>
              </a:rPr>
              <a:t>СОХРАНЯЕМ ЛУЧИ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r>
              <a:t/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425" b="1">
                <a:solidFill>
                  <a:srgbClr val="1C1D22"/>
                </a:solidFill>
              </a:defRPr>
            </a:pPr>
            <a:r>
              <a:rPr sz="1425" b="1">
                <a:solidFill>
                  <a:srgbClr val="1C1D22"/>
                </a:solidFill>
              </a:rPr>
              <a:t>Берём направления реальных лучей. 3d-объект заменяет только более дальний возврат от тоннеля.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xmlns:a="http://schemas.openxmlformats.org/drawingml/2006/main" noGrp="1"/>
          </p:cNvSpPr>
          <p:nvPr>
            <p:ph type="body" idx="32"/>
          </p:nvPr>
        </p:nvSpPr>
        <p:spPr>
          <a:xfrm xmlns:a="http://schemas.openxmlformats.org/drawingml/2006/main">
            <a:off x="8405081" y="3277471"/>
            <a:ext cx="3264113" cy="2375115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1C1D22"/>
                </a:solidFill>
              </a:defRPr>
            </a:pPr>
            <a:r>
              <a:rPr sz="1425" b="1">
                <a:solidFill>
                  <a:srgbClr val="1C1D22"/>
                </a:solidFill>
              </a:rPr>
              <a:t>ПРОВЕРЯЕМ, ВИДЕН ЛИ ОБЪЕКТ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r>
              <a:t/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425" b="1">
                <a:solidFill>
                  <a:srgbClr val="1C1D22"/>
                </a:solidFill>
              </a:defRPr>
            </a:pPr>
            <a:r>
              <a:rPr sz="1425" b="1">
                <a:solidFill>
                  <a:srgbClr val="1C1D22"/>
                </a:solidFill>
              </a:rPr>
              <a:t>Если объект дал 0–2 отражения, лидар его почти не видел — такой кадр не считаем отдельным примером. Интервалы без точной разметки оцениваем целиком.</a:t>
            </a:r>
            <a:endParaRPr>
              <a:solidFill>
                <a:schemeClr val="tx1"/>
              </a:solidFill>
            </a:endParaRPr>
          </a:p>
        </p:txBody>
      </p:sp>
      <p:cxnSp>
        <p:nvCxnSpPr>
          <p:cNvPr id="311" name="Google Shape;2799;p94"/>
          <p:cNvCxnSpPr/>
          <p:nvPr/>
        </p:nvCxnSpPr>
        <p:spPr>
          <a:xfrm xmlns:a="http://schemas.openxmlformats.org/drawingml/2006/main" flipV="1">
            <a:off x="3041995" y="2120995"/>
            <a:ext cx="2288595" cy="11479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headEnd type="none" w="med" len="med"/>
            <a:tailEnd type="none" w="med" len="me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cxnSp>
      <p:sp>
        <p:nvSpPr>
          <p:cNvPr id="63" name="Google Shape;2830;p94">
            <a:extLst xmlns:a="http://schemas.openxmlformats.org/drawingml/2006/main">
              <a:ext uri="{FF2B5EF4-FFF2-40B4-BE49-F238E27FC236}">
                <a16:creationId xmlns:a16="http://schemas.microsoft.com/office/drawing/2014/main" id="{F538E3A9-5C7B-406B-80D1-B9EEBFF33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899087" y="1753233"/>
            <a:ext cx="738530" cy="687909"/>
          </a:xfrm>
          <a:custGeom xmlns:a="http://schemas.openxmlformats.org/drawingml/2006/main">
            <a:rect l="l" t="t" r="r" b="b"/>
            <a:pathLst>
              <a:path w="10122" h="9289">
                <a:moveTo>
                  <a:pt x="9574" y="310"/>
                </a:moveTo>
                <a:cubicBezTo>
                  <a:pt x="9717" y="310"/>
                  <a:pt x="9812" y="406"/>
                  <a:pt x="9812" y="549"/>
                </a:cubicBezTo>
                <a:lnTo>
                  <a:pt x="9812" y="5669"/>
                </a:lnTo>
                <a:lnTo>
                  <a:pt x="8622" y="5669"/>
                </a:lnTo>
                <a:cubicBezTo>
                  <a:pt x="8550" y="5669"/>
                  <a:pt x="8479" y="5740"/>
                  <a:pt x="8479" y="5812"/>
                </a:cubicBezTo>
                <a:cubicBezTo>
                  <a:pt x="8479" y="5907"/>
                  <a:pt x="8550" y="5978"/>
                  <a:pt x="8622" y="5978"/>
                </a:cubicBezTo>
                <a:lnTo>
                  <a:pt x="9812" y="5978"/>
                </a:lnTo>
                <a:lnTo>
                  <a:pt x="9812" y="6455"/>
                </a:lnTo>
                <a:cubicBezTo>
                  <a:pt x="9812" y="6597"/>
                  <a:pt x="9717" y="6717"/>
                  <a:pt x="9574" y="6717"/>
                </a:cubicBezTo>
                <a:lnTo>
                  <a:pt x="549" y="6717"/>
                </a:lnTo>
                <a:cubicBezTo>
                  <a:pt x="406" y="6717"/>
                  <a:pt x="287" y="6597"/>
                  <a:pt x="287" y="6455"/>
                </a:cubicBezTo>
                <a:lnTo>
                  <a:pt x="287" y="5978"/>
                </a:lnTo>
                <a:lnTo>
                  <a:pt x="7979" y="5978"/>
                </a:lnTo>
                <a:cubicBezTo>
                  <a:pt x="8050" y="5978"/>
                  <a:pt x="8122" y="5907"/>
                  <a:pt x="8122" y="5812"/>
                </a:cubicBezTo>
                <a:cubicBezTo>
                  <a:pt x="8122" y="5740"/>
                  <a:pt x="8050" y="5669"/>
                  <a:pt x="7979" y="5669"/>
                </a:cubicBezTo>
                <a:lnTo>
                  <a:pt x="6216" y="5669"/>
                </a:lnTo>
                <a:lnTo>
                  <a:pt x="6216" y="310"/>
                </a:lnTo>
                <a:close/>
                <a:moveTo>
                  <a:pt x="5335" y="7002"/>
                </a:moveTo>
                <a:lnTo>
                  <a:pt x="5335" y="7193"/>
                </a:lnTo>
                <a:cubicBezTo>
                  <a:pt x="5335" y="7360"/>
                  <a:pt x="5216" y="7479"/>
                  <a:pt x="5049" y="7479"/>
                </a:cubicBezTo>
                <a:cubicBezTo>
                  <a:pt x="4907" y="7479"/>
                  <a:pt x="4764" y="7360"/>
                  <a:pt x="4764" y="7193"/>
                </a:cubicBezTo>
                <a:lnTo>
                  <a:pt x="4764" y="7002"/>
                </a:lnTo>
                <a:close/>
                <a:moveTo>
                  <a:pt x="6073" y="7002"/>
                </a:moveTo>
                <a:lnTo>
                  <a:pt x="6169" y="8241"/>
                </a:lnTo>
                <a:lnTo>
                  <a:pt x="3954" y="8241"/>
                </a:lnTo>
                <a:lnTo>
                  <a:pt x="4049" y="7002"/>
                </a:lnTo>
                <a:lnTo>
                  <a:pt x="4478" y="7002"/>
                </a:lnTo>
                <a:lnTo>
                  <a:pt x="4478" y="7193"/>
                </a:lnTo>
                <a:cubicBezTo>
                  <a:pt x="4478" y="7526"/>
                  <a:pt x="4740" y="7788"/>
                  <a:pt x="5049" y="7788"/>
                </a:cubicBezTo>
                <a:cubicBezTo>
                  <a:pt x="5383" y="7788"/>
                  <a:pt x="5645" y="7526"/>
                  <a:pt x="5645" y="7193"/>
                </a:cubicBezTo>
                <a:lnTo>
                  <a:pt x="5645" y="7002"/>
                </a:lnTo>
                <a:close/>
                <a:moveTo>
                  <a:pt x="6859" y="8526"/>
                </a:moveTo>
                <a:cubicBezTo>
                  <a:pt x="6883" y="8526"/>
                  <a:pt x="6907" y="8550"/>
                  <a:pt x="6907" y="8574"/>
                </a:cubicBezTo>
                <a:lnTo>
                  <a:pt x="6907" y="8955"/>
                </a:lnTo>
                <a:cubicBezTo>
                  <a:pt x="6907" y="8979"/>
                  <a:pt x="6883" y="9003"/>
                  <a:pt x="6859" y="9003"/>
                </a:cubicBezTo>
                <a:lnTo>
                  <a:pt x="3263" y="9003"/>
                </a:lnTo>
                <a:cubicBezTo>
                  <a:pt x="3240" y="9003"/>
                  <a:pt x="3216" y="8979"/>
                  <a:pt x="3216" y="8955"/>
                </a:cubicBezTo>
                <a:lnTo>
                  <a:pt x="3216" y="8574"/>
                </a:lnTo>
                <a:cubicBezTo>
                  <a:pt x="3216" y="8550"/>
                  <a:pt x="3240" y="8526"/>
                  <a:pt x="3263" y="8526"/>
                </a:cubicBezTo>
                <a:close/>
                <a:moveTo>
                  <a:pt x="549" y="1"/>
                </a:moveTo>
                <a:cubicBezTo>
                  <a:pt x="239" y="1"/>
                  <a:pt x="1" y="239"/>
                  <a:pt x="1" y="549"/>
                </a:cubicBezTo>
                <a:lnTo>
                  <a:pt x="1" y="1477"/>
                </a:lnTo>
                <a:cubicBezTo>
                  <a:pt x="1" y="1573"/>
                  <a:pt x="72" y="1644"/>
                  <a:pt x="144" y="1644"/>
                </a:cubicBezTo>
                <a:cubicBezTo>
                  <a:pt x="215" y="1644"/>
                  <a:pt x="287" y="1573"/>
                  <a:pt x="287" y="1477"/>
                </a:cubicBezTo>
                <a:lnTo>
                  <a:pt x="287" y="549"/>
                </a:lnTo>
                <a:cubicBezTo>
                  <a:pt x="287" y="406"/>
                  <a:pt x="406" y="310"/>
                  <a:pt x="549" y="310"/>
                </a:cubicBezTo>
                <a:lnTo>
                  <a:pt x="5907" y="310"/>
                </a:lnTo>
                <a:lnTo>
                  <a:pt x="5907" y="5669"/>
                </a:lnTo>
                <a:lnTo>
                  <a:pt x="287" y="5669"/>
                </a:lnTo>
                <a:lnTo>
                  <a:pt x="287" y="2144"/>
                </a:lnTo>
                <a:cubicBezTo>
                  <a:pt x="287" y="2049"/>
                  <a:pt x="239" y="2001"/>
                  <a:pt x="144" y="2001"/>
                </a:cubicBezTo>
                <a:cubicBezTo>
                  <a:pt x="72" y="2001"/>
                  <a:pt x="1" y="2049"/>
                  <a:pt x="1" y="2144"/>
                </a:cubicBezTo>
                <a:lnTo>
                  <a:pt x="1" y="6455"/>
                </a:lnTo>
                <a:cubicBezTo>
                  <a:pt x="1" y="6764"/>
                  <a:pt x="239" y="7002"/>
                  <a:pt x="549" y="7002"/>
                </a:cubicBezTo>
                <a:lnTo>
                  <a:pt x="3763" y="7002"/>
                </a:lnTo>
                <a:lnTo>
                  <a:pt x="3644" y="8241"/>
                </a:lnTo>
                <a:lnTo>
                  <a:pt x="3263" y="8241"/>
                </a:lnTo>
                <a:cubicBezTo>
                  <a:pt x="3073" y="8241"/>
                  <a:pt x="2930" y="8384"/>
                  <a:pt x="2930" y="8574"/>
                </a:cubicBezTo>
                <a:lnTo>
                  <a:pt x="2930" y="8955"/>
                </a:lnTo>
                <a:cubicBezTo>
                  <a:pt x="2930" y="9146"/>
                  <a:pt x="3073" y="9288"/>
                  <a:pt x="3263" y="9288"/>
                </a:cubicBezTo>
                <a:lnTo>
                  <a:pt x="6859" y="9288"/>
                </a:lnTo>
                <a:cubicBezTo>
                  <a:pt x="7050" y="9288"/>
                  <a:pt x="7193" y="9146"/>
                  <a:pt x="7193" y="8955"/>
                </a:cubicBezTo>
                <a:lnTo>
                  <a:pt x="7193" y="8574"/>
                </a:lnTo>
                <a:cubicBezTo>
                  <a:pt x="7193" y="8384"/>
                  <a:pt x="7050" y="8241"/>
                  <a:pt x="6859" y="8241"/>
                </a:cubicBezTo>
                <a:lnTo>
                  <a:pt x="6478" y="8241"/>
                </a:lnTo>
                <a:lnTo>
                  <a:pt x="6359" y="7002"/>
                </a:lnTo>
                <a:lnTo>
                  <a:pt x="9574" y="7002"/>
                </a:lnTo>
                <a:cubicBezTo>
                  <a:pt x="9860" y="7002"/>
                  <a:pt x="10122" y="6764"/>
                  <a:pt x="10122" y="6455"/>
                </a:cubicBezTo>
                <a:lnTo>
                  <a:pt x="10122" y="549"/>
                </a:lnTo>
                <a:cubicBezTo>
                  <a:pt x="10122" y="239"/>
                  <a:pt x="9884" y="1"/>
                  <a:pt x="9574" y="1"/>
                </a:cubicBezTo>
                <a:close/>
              </a:path>
            </a:pathLst>
          </a:custGeom>
          <a:solidFill xmlns:a="http://schemas.openxmlformats.org/drawingml/2006/main">
            <a:srgbClr val="FD0C5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4" name="Google Shape;2831;p94">
            <a:extLst xmlns:a="http://schemas.openxmlformats.org/drawingml/2006/main">
              <a:ext uri="{FF2B5EF4-FFF2-40B4-BE49-F238E27FC236}">
                <a16:creationId xmlns:a16="http://schemas.microsoft.com/office/drawing/2014/main" id="{6A25AEAC-89F0-49CB-B7BE-42F11987A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975553" y="1888385"/>
            <a:ext cx="311114" cy="244088"/>
          </a:xfrm>
          <a:custGeom xmlns:a="http://schemas.openxmlformats.org/drawingml/2006/main">
            <a:rect l="l" t="t" r="r" b="b"/>
            <a:pathLst>
              <a:path w="4264" h="3296">
                <a:moveTo>
                  <a:pt x="3897" y="0"/>
                </a:moveTo>
                <a:cubicBezTo>
                  <a:pt x="3848" y="0"/>
                  <a:pt x="3805" y="22"/>
                  <a:pt x="3787" y="57"/>
                </a:cubicBezTo>
                <a:lnTo>
                  <a:pt x="2835" y="1176"/>
                </a:lnTo>
                <a:lnTo>
                  <a:pt x="2596" y="986"/>
                </a:lnTo>
                <a:cubicBezTo>
                  <a:pt x="2573" y="962"/>
                  <a:pt x="2537" y="950"/>
                  <a:pt x="2501" y="950"/>
                </a:cubicBezTo>
                <a:cubicBezTo>
                  <a:pt x="2465" y="950"/>
                  <a:pt x="2430" y="962"/>
                  <a:pt x="2406" y="986"/>
                </a:cubicBezTo>
                <a:lnTo>
                  <a:pt x="1811" y="1629"/>
                </a:lnTo>
                <a:lnTo>
                  <a:pt x="1096" y="1367"/>
                </a:lnTo>
                <a:cubicBezTo>
                  <a:pt x="1084" y="1355"/>
                  <a:pt x="1066" y="1349"/>
                  <a:pt x="1045" y="1349"/>
                </a:cubicBezTo>
                <a:cubicBezTo>
                  <a:pt x="1025" y="1349"/>
                  <a:pt x="1001" y="1355"/>
                  <a:pt x="977" y="1367"/>
                </a:cubicBezTo>
                <a:lnTo>
                  <a:pt x="286" y="1772"/>
                </a:lnTo>
                <a:lnTo>
                  <a:pt x="286" y="462"/>
                </a:lnTo>
                <a:cubicBezTo>
                  <a:pt x="286" y="391"/>
                  <a:pt x="239" y="319"/>
                  <a:pt x="144" y="319"/>
                </a:cubicBezTo>
                <a:cubicBezTo>
                  <a:pt x="72" y="319"/>
                  <a:pt x="1" y="391"/>
                  <a:pt x="1" y="462"/>
                </a:cubicBezTo>
                <a:lnTo>
                  <a:pt x="1" y="3153"/>
                </a:lnTo>
                <a:cubicBezTo>
                  <a:pt x="1" y="3225"/>
                  <a:pt x="72" y="3296"/>
                  <a:pt x="144" y="3296"/>
                </a:cubicBezTo>
                <a:lnTo>
                  <a:pt x="4121" y="3296"/>
                </a:lnTo>
                <a:cubicBezTo>
                  <a:pt x="4192" y="3296"/>
                  <a:pt x="4263" y="3225"/>
                  <a:pt x="4263" y="3153"/>
                </a:cubicBezTo>
                <a:cubicBezTo>
                  <a:pt x="4263" y="3082"/>
                  <a:pt x="4216" y="3010"/>
                  <a:pt x="4121" y="3010"/>
                </a:cubicBezTo>
                <a:lnTo>
                  <a:pt x="4049" y="3010"/>
                </a:lnTo>
                <a:lnTo>
                  <a:pt x="4049" y="2200"/>
                </a:lnTo>
                <a:cubicBezTo>
                  <a:pt x="4049" y="2105"/>
                  <a:pt x="3978" y="2034"/>
                  <a:pt x="3906" y="2034"/>
                </a:cubicBezTo>
                <a:cubicBezTo>
                  <a:pt x="3811" y="2034"/>
                  <a:pt x="3739" y="2105"/>
                  <a:pt x="3739" y="2200"/>
                </a:cubicBezTo>
                <a:lnTo>
                  <a:pt x="3739" y="3010"/>
                </a:lnTo>
                <a:lnTo>
                  <a:pt x="3382" y="3010"/>
                </a:lnTo>
                <a:lnTo>
                  <a:pt x="3382" y="2891"/>
                </a:lnTo>
                <a:cubicBezTo>
                  <a:pt x="3382" y="2820"/>
                  <a:pt x="3311" y="2748"/>
                  <a:pt x="3239" y="2748"/>
                </a:cubicBezTo>
                <a:cubicBezTo>
                  <a:pt x="3144" y="2748"/>
                  <a:pt x="3073" y="2796"/>
                  <a:pt x="3073" y="2891"/>
                </a:cubicBezTo>
                <a:lnTo>
                  <a:pt x="3073" y="3010"/>
                </a:lnTo>
                <a:lnTo>
                  <a:pt x="2573" y="3010"/>
                </a:lnTo>
                <a:lnTo>
                  <a:pt x="2573" y="2891"/>
                </a:lnTo>
                <a:cubicBezTo>
                  <a:pt x="2573" y="2820"/>
                  <a:pt x="2525" y="2748"/>
                  <a:pt x="2430" y="2748"/>
                </a:cubicBezTo>
                <a:cubicBezTo>
                  <a:pt x="2358" y="2748"/>
                  <a:pt x="2287" y="2796"/>
                  <a:pt x="2287" y="2891"/>
                </a:cubicBezTo>
                <a:lnTo>
                  <a:pt x="2287" y="3010"/>
                </a:lnTo>
                <a:lnTo>
                  <a:pt x="1787" y="3010"/>
                </a:lnTo>
                <a:lnTo>
                  <a:pt x="1787" y="2891"/>
                </a:lnTo>
                <a:cubicBezTo>
                  <a:pt x="1787" y="2820"/>
                  <a:pt x="1715" y="2748"/>
                  <a:pt x="1644" y="2748"/>
                </a:cubicBezTo>
                <a:cubicBezTo>
                  <a:pt x="1549" y="2748"/>
                  <a:pt x="1501" y="2796"/>
                  <a:pt x="1501" y="2891"/>
                </a:cubicBezTo>
                <a:lnTo>
                  <a:pt x="1501" y="3010"/>
                </a:lnTo>
                <a:lnTo>
                  <a:pt x="1001" y="3010"/>
                </a:lnTo>
                <a:lnTo>
                  <a:pt x="1001" y="2891"/>
                </a:lnTo>
                <a:cubicBezTo>
                  <a:pt x="1001" y="2820"/>
                  <a:pt x="929" y="2748"/>
                  <a:pt x="834" y="2748"/>
                </a:cubicBezTo>
                <a:cubicBezTo>
                  <a:pt x="763" y="2748"/>
                  <a:pt x="691" y="2796"/>
                  <a:pt x="691" y="2891"/>
                </a:cubicBezTo>
                <a:lnTo>
                  <a:pt x="691" y="3010"/>
                </a:lnTo>
                <a:lnTo>
                  <a:pt x="286" y="3010"/>
                </a:lnTo>
                <a:lnTo>
                  <a:pt x="286" y="2105"/>
                </a:lnTo>
                <a:lnTo>
                  <a:pt x="1048" y="1653"/>
                </a:lnTo>
                <a:lnTo>
                  <a:pt x="1811" y="1962"/>
                </a:lnTo>
                <a:cubicBezTo>
                  <a:pt x="1823" y="1969"/>
                  <a:pt x="1838" y="1972"/>
                  <a:pt x="1853" y="1972"/>
                </a:cubicBezTo>
                <a:cubicBezTo>
                  <a:pt x="1893" y="1972"/>
                  <a:pt x="1936" y="1950"/>
                  <a:pt x="1953" y="1915"/>
                </a:cubicBezTo>
                <a:lnTo>
                  <a:pt x="2525" y="1296"/>
                </a:lnTo>
                <a:lnTo>
                  <a:pt x="2763" y="1486"/>
                </a:lnTo>
                <a:cubicBezTo>
                  <a:pt x="2795" y="1518"/>
                  <a:pt x="2828" y="1531"/>
                  <a:pt x="2860" y="1531"/>
                </a:cubicBezTo>
                <a:cubicBezTo>
                  <a:pt x="2899" y="1531"/>
                  <a:pt x="2938" y="1512"/>
                  <a:pt x="2977" y="1486"/>
                </a:cubicBezTo>
                <a:lnTo>
                  <a:pt x="3739" y="557"/>
                </a:lnTo>
                <a:lnTo>
                  <a:pt x="3739" y="1534"/>
                </a:lnTo>
                <a:cubicBezTo>
                  <a:pt x="3739" y="1629"/>
                  <a:pt x="3811" y="1677"/>
                  <a:pt x="3882" y="1677"/>
                </a:cubicBezTo>
                <a:cubicBezTo>
                  <a:pt x="3978" y="1677"/>
                  <a:pt x="4049" y="1629"/>
                  <a:pt x="4049" y="1534"/>
                </a:cubicBezTo>
                <a:lnTo>
                  <a:pt x="4049" y="152"/>
                </a:lnTo>
                <a:cubicBezTo>
                  <a:pt x="4049" y="81"/>
                  <a:pt x="4001" y="33"/>
                  <a:pt x="3954" y="10"/>
                </a:cubicBezTo>
                <a:cubicBezTo>
                  <a:pt x="3935" y="3"/>
                  <a:pt x="3916" y="0"/>
                  <a:pt x="3897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5" name="Google Shape;2832;p94">
            <a:extLst xmlns:a="http://schemas.openxmlformats.org/drawingml/2006/main">
              <a:ext uri="{FF2B5EF4-FFF2-40B4-BE49-F238E27FC236}">
                <a16:creationId xmlns:a16="http://schemas.microsoft.com/office/drawing/2014/main" id="{3504136F-174E-465D-95D8-13EE2C344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041584" y="1938446"/>
            <a:ext cx="20941" cy="30065"/>
          </a:xfrm>
          <a:custGeom xmlns:a="http://schemas.openxmlformats.org/drawingml/2006/main">
            <a:rect l="l" t="t" r="r" b="b"/>
            <a:pathLst>
              <a:path w="287" h="406">
                <a:moveTo>
                  <a:pt x="143" y="0"/>
                </a:moveTo>
                <a:cubicBezTo>
                  <a:pt x="72" y="0"/>
                  <a:pt x="1" y="72"/>
                  <a:pt x="1" y="167"/>
                </a:cubicBezTo>
                <a:lnTo>
                  <a:pt x="1" y="262"/>
                </a:lnTo>
                <a:cubicBezTo>
                  <a:pt x="1" y="358"/>
                  <a:pt x="72" y="405"/>
                  <a:pt x="143" y="405"/>
                </a:cubicBezTo>
                <a:cubicBezTo>
                  <a:pt x="239" y="405"/>
                  <a:pt x="286" y="358"/>
                  <a:pt x="286" y="262"/>
                </a:cubicBezTo>
                <a:lnTo>
                  <a:pt x="286" y="167"/>
                </a:lnTo>
                <a:cubicBezTo>
                  <a:pt x="286" y="72"/>
                  <a:pt x="239" y="0"/>
                  <a:pt x="143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6" name="Google Shape;2833;p94">
            <a:extLst xmlns:a="http://schemas.openxmlformats.org/drawingml/2006/main">
              <a:ext uri="{FF2B5EF4-FFF2-40B4-BE49-F238E27FC236}">
                <a16:creationId xmlns:a16="http://schemas.microsoft.com/office/drawing/2014/main" id="{1A03FD0C-7738-4A35-B44B-4D9C0E75C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147599" y="1908454"/>
            <a:ext cx="22617" cy="30065"/>
          </a:xfrm>
          <a:custGeom xmlns:a="http://schemas.openxmlformats.org/drawingml/2006/main">
            <a:rect l="l" t="t" r="r" b="b"/>
            <a:pathLst>
              <a:path w="310" h="406">
                <a:moveTo>
                  <a:pt x="143" y="1"/>
                </a:moveTo>
                <a:cubicBezTo>
                  <a:pt x="72" y="1"/>
                  <a:pt x="0" y="72"/>
                  <a:pt x="0" y="143"/>
                </a:cubicBezTo>
                <a:lnTo>
                  <a:pt x="0" y="262"/>
                </a:lnTo>
                <a:cubicBezTo>
                  <a:pt x="0" y="334"/>
                  <a:pt x="72" y="405"/>
                  <a:pt x="143" y="405"/>
                </a:cubicBezTo>
                <a:cubicBezTo>
                  <a:pt x="238" y="405"/>
                  <a:pt x="310" y="334"/>
                  <a:pt x="310" y="262"/>
                </a:cubicBezTo>
                <a:lnTo>
                  <a:pt x="310" y="143"/>
                </a:lnTo>
                <a:cubicBezTo>
                  <a:pt x="310" y="72"/>
                  <a:pt x="238" y="1"/>
                  <a:pt x="143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7" name="Google Shape;2834;p94">
            <a:extLst xmlns:a="http://schemas.openxmlformats.org/drawingml/2006/main">
              <a:ext uri="{FF2B5EF4-FFF2-40B4-BE49-F238E27FC236}">
                <a16:creationId xmlns:a16="http://schemas.microsoft.com/office/drawing/2014/main" id="{66009B1B-C6FD-49B8-8022-7BA95FBA9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248361" y="1843211"/>
            <a:ext cx="22691" cy="30065"/>
          </a:xfrm>
          <a:custGeom xmlns:a="http://schemas.openxmlformats.org/drawingml/2006/main">
            <a:rect l="l" t="t" r="r" b="b"/>
            <a:pathLst>
              <a:path w="311" h="406">
                <a:moveTo>
                  <a:pt x="167" y="0"/>
                </a:moveTo>
                <a:cubicBezTo>
                  <a:pt x="72" y="0"/>
                  <a:pt x="0" y="48"/>
                  <a:pt x="0" y="143"/>
                </a:cubicBezTo>
                <a:lnTo>
                  <a:pt x="0" y="239"/>
                </a:lnTo>
                <a:cubicBezTo>
                  <a:pt x="0" y="334"/>
                  <a:pt x="72" y="405"/>
                  <a:pt x="167" y="405"/>
                </a:cubicBezTo>
                <a:cubicBezTo>
                  <a:pt x="239" y="405"/>
                  <a:pt x="310" y="334"/>
                  <a:pt x="310" y="239"/>
                </a:cubicBezTo>
                <a:lnTo>
                  <a:pt x="310" y="143"/>
                </a:lnTo>
                <a:cubicBezTo>
                  <a:pt x="310" y="48"/>
                  <a:pt x="239" y="0"/>
                  <a:pt x="167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8" name="Google Shape;2835;p94">
            <a:extLst xmlns:a="http://schemas.openxmlformats.org/drawingml/2006/main">
              <a:ext uri="{FF2B5EF4-FFF2-40B4-BE49-F238E27FC236}">
                <a16:creationId xmlns:a16="http://schemas.microsoft.com/office/drawing/2014/main" id="{842A40FB-E85F-45B5-A562-0F31875BC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975553" y="1811440"/>
            <a:ext cx="59172" cy="21254"/>
          </a:xfrm>
          <a:custGeom xmlns:a="http://schemas.openxmlformats.org/drawingml/2006/main">
            <a:rect l="l" t="t" r="r" b="b"/>
            <a:pathLst>
              <a:path w="811" h="287">
                <a:moveTo>
                  <a:pt x="144" y="1"/>
                </a:moveTo>
                <a:cubicBezTo>
                  <a:pt x="72" y="1"/>
                  <a:pt x="1" y="72"/>
                  <a:pt x="1" y="144"/>
                </a:cubicBezTo>
                <a:cubicBezTo>
                  <a:pt x="1" y="239"/>
                  <a:pt x="72" y="287"/>
                  <a:pt x="144" y="287"/>
                </a:cubicBezTo>
                <a:lnTo>
                  <a:pt x="667" y="287"/>
                </a:lnTo>
                <a:cubicBezTo>
                  <a:pt x="739" y="287"/>
                  <a:pt x="810" y="239"/>
                  <a:pt x="810" y="144"/>
                </a:cubicBezTo>
                <a:cubicBezTo>
                  <a:pt x="810" y="72"/>
                  <a:pt x="739" y="1"/>
                  <a:pt x="667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9" name="Google Shape;2836;p94">
            <a:extLst xmlns:a="http://schemas.openxmlformats.org/drawingml/2006/main">
              <a:ext uri="{FF2B5EF4-FFF2-40B4-BE49-F238E27FC236}">
                <a16:creationId xmlns:a16="http://schemas.microsoft.com/office/drawing/2014/main" id="{543973E7-B229-4280-95BA-F224FDE65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975553" y="1852022"/>
            <a:ext cx="102586" cy="23030"/>
          </a:xfrm>
          <a:custGeom xmlns:a="http://schemas.openxmlformats.org/drawingml/2006/main">
            <a:rect l="l" t="t" r="r" b="b"/>
            <a:pathLst>
              <a:path w="1406" h="311">
                <a:moveTo>
                  <a:pt x="144" y="0"/>
                </a:moveTo>
                <a:cubicBezTo>
                  <a:pt x="72" y="0"/>
                  <a:pt x="1" y="72"/>
                  <a:pt x="1" y="143"/>
                </a:cubicBezTo>
                <a:cubicBezTo>
                  <a:pt x="1" y="239"/>
                  <a:pt x="72" y="310"/>
                  <a:pt x="144" y="310"/>
                </a:cubicBezTo>
                <a:lnTo>
                  <a:pt x="1239" y="310"/>
                </a:lnTo>
                <a:cubicBezTo>
                  <a:pt x="1334" y="310"/>
                  <a:pt x="1406" y="239"/>
                  <a:pt x="1406" y="143"/>
                </a:cubicBezTo>
                <a:cubicBezTo>
                  <a:pt x="1406" y="72"/>
                  <a:pt x="1334" y="0"/>
                  <a:pt x="1239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0" name="Google Shape;2837;p94">
            <a:extLst xmlns:a="http://schemas.openxmlformats.org/drawingml/2006/main">
              <a:ext uri="{FF2B5EF4-FFF2-40B4-BE49-F238E27FC236}">
                <a16:creationId xmlns:a16="http://schemas.microsoft.com/office/drawing/2014/main" id="{41575783-12EF-40FC-B478-EC50906BB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451636" y="1846765"/>
            <a:ext cx="67855" cy="116416"/>
          </a:xfrm>
          <a:custGeom xmlns:a="http://schemas.openxmlformats.org/drawingml/2006/main">
            <a:rect l="l" t="t" r="r" b="b"/>
            <a:pathLst>
              <a:path w="930" h="1572">
                <a:moveTo>
                  <a:pt x="453" y="0"/>
                </a:moveTo>
                <a:cubicBezTo>
                  <a:pt x="382" y="0"/>
                  <a:pt x="310" y="48"/>
                  <a:pt x="310" y="143"/>
                </a:cubicBezTo>
                <a:lnTo>
                  <a:pt x="310" y="167"/>
                </a:lnTo>
                <a:cubicBezTo>
                  <a:pt x="144" y="214"/>
                  <a:pt x="1" y="357"/>
                  <a:pt x="1" y="548"/>
                </a:cubicBezTo>
                <a:cubicBezTo>
                  <a:pt x="1" y="762"/>
                  <a:pt x="167" y="929"/>
                  <a:pt x="382" y="929"/>
                </a:cubicBezTo>
                <a:lnTo>
                  <a:pt x="525" y="929"/>
                </a:lnTo>
                <a:cubicBezTo>
                  <a:pt x="572" y="929"/>
                  <a:pt x="620" y="976"/>
                  <a:pt x="620" y="1024"/>
                </a:cubicBezTo>
                <a:cubicBezTo>
                  <a:pt x="620" y="1072"/>
                  <a:pt x="572" y="1119"/>
                  <a:pt x="525" y="1119"/>
                </a:cubicBezTo>
                <a:lnTo>
                  <a:pt x="382" y="1119"/>
                </a:lnTo>
                <a:cubicBezTo>
                  <a:pt x="358" y="1119"/>
                  <a:pt x="310" y="1095"/>
                  <a:pt x="310" y="1048"/>
                </a:cubicBezTo>
                <a:cubicBezTo>
                  <a:pt x="293" y="994"/>
                  <a:pt x="234" y="967"/>
                  <a:pt x="176" y="967"/>
                </a:cubicBezTo>
                <a:cubicBezTo>
                  <a:pt x="157" y="967"/>
                  <a:pt x="138" y="970"/>
                  <a:pt x="120" y="976"/>
                </a:cubicBezTo>
                <a:cubicBezTo>
                  <a:pt x="48" y="1024"/>
                  <a:pt x="1" y="1095"/>
                  <a:pt x="48" y="1167"/>
                </a:cubicBezTo>
                <a:cubicBezTo>
                  <a:pt x="96" y="1286"/>
                  <a:pt x="191" y="1381"/>
                  <a:pt x="310" y="1405"/>
                </a:cubicBezTo>
                <a:cubicBezTo>
                  <a:pt x="310" y="1500"/>
                  <a:pt x="382" y="1572"/>
                  <a:pt x="453" y="1572"/>
                </a:cubicBezTo>
                <a:cubicBezTo>
                  <a:pt x="549" y="1572"/>
                  <a:pt x="620" y="1500"/>
                  <a:pt x="620" y="1405"/>
                </a:cubicBezTo>
                <a:cubicBezTo>
                  <a:pt x="787" y="1357"/>
                  <a:pt x="930" y="1215"/>
                  <a:pt x="930" y="1024"/>
                </a:cubicBezTo>
                <a:cubicBezTo>
                  <a:pt x="930" y="810"/>
                  <a:pt x="739" y="643"/>
                  <a:pt x="525" y="643"/>
                </a:cubicBezTo>
                <a:lnTo>
                  <a:pt x="382" y="643"/>
                </a:lnTo>
                <a:cubicBezTo>
                  <a:pt x="334" y="643"/>
                  <a:pt x="310" y="595"/>
                  <a:pt x="310" y="548"/>
                </a:cubicBezTo>
                <a:cubicBezTo>
                  <a:pt x="310" y="500"/>
                  <a:pt x="334" y="453"/>
                  <a:pt x="382" y="453"/>
                </a:cubicBezTo>
                <a:lnTo>
                  <a:pt x="525" y="453"/>
                </a:lnTo>
                <a:cubicBezTo>
                  <a:pt x="572" y="453"/>
                  <a:pt x="596" y="476"/>
                  <a:pt x="620" y="500"/>
                </a:cubicBezTo>
                <a:cubicBezTo>
                  <a:pt x="635" y="546"/>
                  <a:pt x="681" y="573"/>
                  <a:pt x="730" y="573"/>
                </a:cubicBezTo>
                <a:cubicBezTo>
                  <a:pt x="757" y="573"/>
                  <a:pt x="785" y="565"/>
                  <a:pt x="810" y="548"/>
                </a:cubicBezTo>
                <a:cubicBezTo>
                  <a:pt x="882" y="500"/>
                  <a:pt x="906" y="405"/>
                  <a:pt x="858" y="333"/>
                </a:cubicBezTo>
                <a:cubicBezTo>
                  <a:pt x="787" y="238"/>
                  <a:pt x="715" y="191"/>
                  <a:pt x="620" y="167"/>
                </a:cubicBezTo>
                <a:lnTo>
                  <a:pt x="620" y="143"/>
                </a:lnTo>
                <a:cubicBezTo>
                  <a:pt x="620" y="48"/>
                  <a:pt x="549" y="0"/>
                  <a:pt x="453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1" name="Google Shape;2838;p94">
            <a:extLst xmlns:a="http://schemas.openxmlformats.org/drawingml/2006/main">
              <a:ext uri="{FF2B5EF4-FFF2-40B4-BE49-F238E27FC236}">
                <a16:creationId xmlns:a16="http://schemas.microsoft.com/office/drawing/2014/main" id="{6F0CCC03-3E72-49CA-80F0-A626E2390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94287" y="1811440"/>
            <a:ext cx="182552" cy="185289"/>
          </a:xfrm>
          <a:custGeom xmlns:a="http://schemas.openxmlformats.org/drawingml/2006/main">
            <a:rect l="l" t="t" r="r" b="b"/>
            <a:pathLst>
              <a:path w="2502" h="2502">
                <a:moveTo>
                  <a:pt x="1239" y="287"/>
                </a:moveTo>
                <a:cubicBezTo>
                  <a:pt x="1763" y="287"/>
                  <a:pt x="2216" y="715"/>
                  <a:pt x="2216" y="1263"/>
                </a:cubicBezTo>
                <a:cubicBezTo>
                  <a:pt x="2216" y="1787"/>
                  <a:pt x="1787" y="2215"/>
                  <a:pt x="1239" y="2215"/>
                </a:cubicBezTo>
                <a:cubicBezTo>
                  <a:pt x="715" y="2215"/>
                  <a:pt x="287" y="1787"/>
                  <a:pt x="287" y="1263"/>
                </a:cubicBezTo>
                <a:cubicBezTo>
                  <a:pt x="287" y="715"/>
                  <a:pt x="715" y="287"/>
                  <a:pt x="1239" y="287"/>
                </a:cubicBezTo>
                <a:close/>
                <a:moveTo>
                  <a:pt x="1239" y="1"/>
                </a:moveTo>
                <a:cubicBezTo>
                  <a:pt x="549" y="1"/>
                  <a:pt x="1" y="548"/>
                  <a:pt x="1" y="1239"/>
                </a:cubicBezTo>
                <a:cubicBezTo>
                  <a:pt x="1" y="1954"/>
                  <a:pt x="549" y="2501"/>
                  <a:pt x="1239" y="2501"/>
                </a:cubicBezTo>
                <a:cubicBezTo>
                  <a:pt x="1930" y="2501"/>
                  <a:pt x="2501" y="1954"/>
                  <a:pt x="2501" y="1239"/>
                </a:cubicBezTo>
                <a:cubicBezTo>
                  <a:pt x="2501" y="572"/>
                  <a:pt x="1930" y="1"/>
                  <a:pt x="1239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2" name="Google Shape;2839;p94">
            <a:extLst xmlns:a="http://schemas.openxmlformats.org/drawingml/2006/main">
              <a:ext uri="{FF2B5EF4-FFF2-40B4-BE49-F238E27FC236}">
                <a16:creationId xmlns:a16="http://schemas.microsoft.com/office/drawing/2014/main" id="{18635451-A733-4CC9-B50F-300CE78CF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85605" y="2023092"/>
            <a:ext cx="99157" cy="23030"/>
          </a:xfrm>
          <a:custGeom xmlns:a="http://schemas.openxmlformats.org/drawingml/2006/main">
            <a:rect l="l" t="t" r="r" b="b"/>
            <a:pathLst>
              <a:path w="1359" h="311">
                <a:moveTo>
                  <a:pt x="144" y="0"/>
                </a:moveTo>
                <a:cubicBezTo>
                  <a:pt x="48" y="0"/>
                  <a:pt x="1" y="72"/>
                  <a:pt x="1" y="143"/>
                </a:cubicBezTo>
                <a:cubicBezTo>
                  <a:pt x="1" y="239"/>
                  <a:pt x="48" y="310"/>
                  <a:pt x="144" y="310"/>
                </a:cubicBezTo>
                <a:lnTo>
                  <a:pt x="1215" y="310"/>
                </a:lnTo>
                <a:cubicBezTo>
                  <a:pt x="1287" y="310"/>
                  <a:pt x="1358" y="239"/>
                  <a:pt x="1358" y="143"/>
                </a:cubicBezTo>
                <a:cubicBezTo>
                  <a:pt x="1358" y="72"/>
                  <a:pt x="1311" y="0"/>
                  <a:pt x="1215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3" name="Google Shape;2840;p94">
            <a:extLst xmlns:a="http://schemas.openxmlformats.org/drawingml/2006/main">
              <a:ext uri="{FF2B5EF4-FFF2-40B4-BE49-F238E27FC236}">
                <a16:creationId xmlns:a16="http://schemas.microsoft.com/office/drawing/2014/main" id="{26780036-310A-4D31-A416-A5EB695F5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519420" y="2067156"/>
            <a:ext cx="55670" cy="21254"/>
          </a:xfrm>
          <a:custGeom xmlns:a="http://schemas.openxmlformats.org/drawingml/2006/main">
            <a:rect l="l" t="t" r="r" b="b"/>
            <a:pathLst>
              <a:path w="763" h="287">
                <a:moveTo>
                  <a:pt x="143" y="1"/>
                </a:moveTo>
                <a:cubicBezTo>
                  <a:pt x="48" y="1"/>
                  <a:pt x="1" y="48"/>
                  <a:pt x="1" y="144"/>
                </a:cubicBezTo>
                <a:cubicBezTo>
                  <a:pt x="1" y="215"/>
                  <a:pt x="48" y="287"/>
                  <a:pt x="143" y="287"/>
                </a:cubicBezTo>
                <a:lnTo>
                  <a:pt x="596" y="287"/>
                </a:lnTo>
                <a:cubicBezTo>
                  <a:pt x="691" y="287"/>
                  <a:pt x="763" y="215"/>
                  <a:pt x="763" y="144"/>
                </a:cubicBezTo>
                <a:cubicBezTo>
                  <a:pt x="763" y="72"/>
                  <a:pt x="691" y="1"/>
                  <a:pt x="596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4" name="Google Shape;2841;p94">
            <a:extLst xmlns:a="http://schemas.openxmlformats.org/drawingml/2006/main">
              <a:ext uri="{FF2B5EF4-FFF2-40B4-BE49-F238E27FC236}">
                <a16:creationId xmlns:a16="http://schemas.microsoft.com/office/drawing/2014/main" id="{76A8C9FE-70F9-46C6-890D-45DD60BFE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85605" y="2067156"/>
            <a:ext cx="62675" cy="21254"/>
          </a:xfrm>
          <a:custGeom xmlns:a="http://schemas.openxmlformats.org/drawingml/2006/main">
            <a:rect l="l" t="t" r="r" b="b"/>
            <a:pathLst>
              <a:path w="859" h="287">
                <a:moveTo>
                  <a:pt x="144" y="1"/>
                </a:moveTo>
                <a:cubicBezTo>
                  <a:pt x="48" y="1"/>
                  <a:pt x="1" y="48"/>
                  <a:pt x="1" y="144"/>
                </a:cubicBezTo>
                <a:cubicBezTo>
                  <a:pt x="1" y="215"/>
                  <a:pt x="48" y="287"/>
                  <a:pt x="144" y="287"/>
                </a:cubicBezTo>
                <a:lnTo>
                  <a:pt x="715" y="287"/>
                </a:lnTo>
                <a:cubicBezTo>
                  <a:pt x="787" y="287"/>
                  <a:pt x="858" y="215"/>
                  <a:pt x="858" y="144"/>
                </a:cubicBezTo>
                <a:cubicBezTo>
                  <a:pt x="858" y="72"/>
                  <a:pt x="811" y="1"/>
                  <a:pt x="715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5" name="Google Shape;2842;p94">
            <a:extLst xmlns:a="http://schemas.openxmlformats.org/drawingml/2006/main">
              <a:ext uri="{FF2B5EF4-FFF2-40B4-BE49-F238E27FC236}">
                <a16:creationId xmlns:a16="http://schemas.microsoft.com/office/drawing/2014/main" id="{97FED165-3DBA-426F-92BB-B0C3DB516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463821" y="2067156"/>
            <a:ext cx="41808" cy="21254"/>
          </a:xfrm>
          <a:custGeom xmlns:a="http://schemas.openxmlformats.org/drawingml/2006/main">
            <a:rect l="l" t="t" r="r" b="b"/>
            <a:pathLst>
              <a:path w="573" h="287">
                <a:moveTo>
                  <a:pt x="143" y="1"/>
                </a:moveTo>
                <a:cubicBezTo>
                  <a:pt x="72" y="1"/>
                  <a:pt x="0" y="48"/>
                  <a:pt x="0" y="144"/>
                </a:cubicBezTo>
                <a:cubicBezTo>
                  <a:pt x="0" y="215"/>
                  <a:pt x="72" y="287"/>
                  <a:pt x="143" y="287"/>
                </a:cubicBezTo>
                <a:lnTo>
                  <a:pt x="429" y="287"/>
                </a:lnTo>
                <a:cubicBezTo>
                  <a:pt x="501" y="287"/>
                  <a:pt x="572" y="215"/>
                  <a:pt x="572" y="144"/>
                </a:cubicBezTo>
                <a:cubicBezTo>
                  <a:pt x="572" y="72"/>
                  <a:pt x="501" y="1"/>
                  <a:pt x="429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6" name="Google Shape;2843;p94">
            <a:extLst xmlns:a="http://schemas.openxmlformats.org/drawingml/2006/main">
              <a:ext uri="{FF2B5EF4-FFF2-40B4-BE49-F238E27FC236}">
                <a16:creationId xmlns:a16="http://schemas.microsoft.com/office/drawing/2014/main" id="{386E4A42-856C-4795-ABCB-63A7928B3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85605" y="2109516"/>
            <a:ext cx="187734" cy="22957"/>
          </a:xfrm>
          <a:custGeom xmlns:a="http://schemas.openxmlformats.org/drawingml/2006/main">
            <a:rect l="l" t="t" r="r" b="b"/>
            <a:pathLst>
              <a:path w="2573" h="310">
                <a:moveTo>
                  <a:pt x="144" y="0"/>
                </a:moveTo>
                <a:cubicBezTo>
                  <a:pt x="48" y="0"/>
                  <a:pt x="1" y="72"/>
                  <a:pt x="1" y="143"/>
                </a:cubicBezTo>
                <a:cubicBezTo>
                  <a:pt x="1" y="239"/>
                  <a:pt x="48" y="310"/>
                  <a:pt x="144" y="310"/>
                </a:cubicBezTo>
                <a:lnTo>
                  <a:pt x="2430" y="310"/>
                </a:lnTo>
                <a:cubicBezTo>
                  <a:pt x="2525" y="310"/>
                  <a:pt x="2573" y="239"/>
                  <a:pt x="2573" y="143"/>
                </a:cubicBezTo>
                <a:cubicBezTo>
                  <a:pt x="2573" y="72"/>
                  <a:pt x="2525" y="0"/>
                  <a:pt x="2430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4" name="Google Shape;2819;p94">
            <a:extLst xmlns:a="http://schemas.openxmlformats.org/drawingml/2006/main">
              <a:ext uri="{FF2B5EF4-FFF2-40B4-BE49-F238E27FC236}">
                <a16:creationId xmlns:a16="http://schemas.microsoft.com/office/drawing/2014/main" id="{148574C2-EBD4-4199-9829-8DFDEA9C7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20541" y="1913934"/>
            <a:ext cx="38305" cy="28808"/>
          </a:xfrm>
          <a:custGeom xmlns:a="http://schemas.openxmlformats.org/drawingml/2006/main">
            <a:rect l="l" t="t" r="r" b="b"/>
            <a:pathLst>
              <a:path w="525" h="389">
                <a:moveTo>
                  <a:pt x="348" y="1"/>
                </a:moveTo>
                <a:cubicBezTo>
                  <a:pt x="335" y="1"/>
                  <a:pt x="323" y="3"/>
                  <a:pt x="310" y="7"/>
                </a:cubicBezTo>
                <a:lnTo>
                  <a:pt x="96" y="102"/>
                </a:lnTo>
                <a:cubicBezTo>
                  <a:pt x="24" y="126"/>
                  <a:pt x="1" y="221"/>
                  <a:pt x="24" y="293"/>
                </a:cubicBezTo>
                <a:cubicBezTo>
                  <a:pt x="48" y="340"/>
                  <a:pt x="96" y="388"/>
                  <a:pt x="143" y="388"/>
                </a:cubicBezTo>
                <a:cubicBezTo>
                  <a:pt x="167" y="388"/>
                  <a:pt x="191" y="388"/>
                  <a:pt x="215" y="364"/>
                </a:cubicBezTo>
                <a:lnTo>
                  <a:pt x="405" y="293"/>
                </a:lnTo>
                <a:cubicBezTo>
                  <a:pt x="477" y="269"/>
                  <a:pt x="524" y="174"/>
                  <a:pt x="501" y="102"/>
                </a:cubicBezTo>
                <a:cubicBezTo>
                  <a:pt x="461" y="44"/>
                  <a:pt x="406" y="1"/>
                  <a:pt x="348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5" name="Google Shape;2820;p94">
            <a:extLst xmlns:a="http://schemas.openxmlformats.org/drawingml/2006/main">
              <a:ext uri="{FF2B5EF4-FFF2-40B4-BE49-F238E27FC236}">
                <a16:creationId xmlns:a16="http://schemas.microsoft.com/office/drawing/2014/main" id="{57E0AF51-B6FC-41BD-911C-FDDBED10D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97923" y="1873128"/>
            <a:ext cx="34876" cy="34287"/>
          </a:xfrm>
          <a:custGeom xmlns:a="http://schemas.openxmlformats.org/drawingml/2006/main">
            <a:rect l="l" t="t" r="r" b="b"/>
            <a:pathLst>
              <a:path w="478" h="463">
                <a:moveTo>
                  <a:pt x="298" y="1"/>
                </a:moveTo>
                <a:cubicBezTo>
                  <a:pt x="258" y="1"/>
                  <a:pt x="218" y="19"/>
                  <a:pt x="191" y="58"/>
                </a:cubicBezTo>
                <a:lnTo>
                  <a:pt x="49" y="225"/>
                </a:lnTo>
                <a:cubicBezTo>
                  <a:pt x="1" y="296"/>
                  <a:pt x="25" y="391"/>
                  <a:pt x="96" y="439"/>
                </a:cubicBezTo>
                <a:cubicBezTo>
                  <a:pt x="120" y="463"/>
                  <a:pt x="144" y="463"/>
                  <a:pt x="168" y="463"/>
                </a:cubicBezTo>
                <a:cubicBezTo>
                  <a:pt x="215" y="463"/>
                  <a:pt x="263" y="439"/>
                  <a:pt x="287" y="415"/>
                </a:cubicBezTo>
                <a:lnTo>
                  <a:pt x="430" y="225"/>
                </a:lnTo>
                <a:cubicBezTo>
                  <a:pt x="477" y="177"/>
                  <a:pt x="453" y="82"/>
                  <a:pt x="382" y="34"/>
                </a:cubicBezTo>
                <a:cubicBezTo>
                  <a:pt x="361" y="13"/>
                  <a:pt x="330" y="1"/>
                  <a:pt x="298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6" name="Google Shape;2821;p94">
            <a:extLst xmlns:a="http://schemas.openxmlformats.org/drawingml/2006/main">
              <a:ext uri="{FF2B5EF4-FFF2-40B4-BE49-F238E27FC236}">
                <a16:creationId xmlns:a16="http://schemas.microsoft.com/office/drawing/2014/main" id="{57B8954A-C826-4A9B-B657-89922358B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29223" y="1960292"/>
            <a:ext cx="38305" cy="24735"/>
          </a:xfrm>
          <a:custGeom xmlns:a="http://schemas.openxmlformats.org/drawingml/2006/main">
            <a:rect l="l" t="t" r="r" b="b"/>
            <a:pathLst>
              <a:path w="525" h="334">
                <a:moveTo>
                  <a:pt x="191" y="0"/>
                </a:moveTo>
                <a:cubicBezTo>
                  <a:pt x="96" y="0"/>
                  <a:pt x="24" y="48"/>
                  <a:pt x="24" y="119"/>
                </a:cubicBezTo>
                <a:cubicBezTo>
                  <a:pt x="1" y="215"/>
                  <a:pt x="48" y="286"/>
                  <a:pt x="143" y="286"/>
                </a:cubicBezTo>
                <a:lnTo>
                  <a:pt x="358" y="334"/>
                </a:lnTo>
                <a:lnTo>
                  <a:pt x="382" y="334"/>
                </a:lnTo>
                <a:cubicBezTo>
                  <a:pt x="453" y="334"/>
                  <a:pt x="501" y="286"/>
                  <a:pt x="525" y="215"/>
                </a:cubicBezTo>
                <a:cubicBezTo>
                  <a:pt x="525" y="119"/>
                  <a:pt x="477" y="48"/>
                  <a:pt x="405" y="48"/>
                </a:cubicBezTo>
                <a:lnTo>
                  <a:pt x="191" y="0"/>
                </a:ln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7" name="Google Shape;2822;p94">
            <a:extLst xmlns:a="http://schemas.openxmlformats.org/drawingml/2006/main">
              <a:ext uri="{FF2B5EF4-FFF2-40B4-BE49-F238E27FC236}">
                <a16:creationId xmlns:a16="http://schemas.microsoft.com/office/drawing/2014/main" id="{0E034DD0-4B55-4B91-A037-3246A0A29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710488" y="1722647"/>
            <a:ext cx="738530" cy="731528"/>
          </a:xfrm>
          <a:custGeom xmlns:a="http://schemas.openxmlformats.org/drawingml/2006/main">
            <a:rect l="l" t="t" r="r" b="b"/>
            <a:pathLst>
              <a:path w="10122" h="9878">
                <a:moveTo>
                  <a:pt x="4787" y="423"/>
                </a:moveTo>
                <a:lnTo>
                  <a:pt x="6168" y="994"/>
                </a:lnTo>
                <a:lnTo>
                  <a:pt x="5240" y="1376"/>
                </a:lnTo>
                <a:cubicBezTo>
                  <a:pt x="5233" y="1382"/>
                  <a:pt x="5226" y="1385"/>
                  <a:pt x="5219" y="1385"/>
                </a:cubicBezTo>
                <a:cubicBezTo>
                  <a:pt x="5202" y="1385"/>
                  <a:pt x="5185" y="1369"/>
                  <a:pt x="5168" y="1352"/>
                </a:cubicBezTo>
                <a:lnTo>
                  <a:pt x="4787" y="423"/>
                </a:lnTo>
                <a:close/>
                <a:moveTo>
                  <a:pt x="8216" y="2066"/>
                </a:moveTo>
                <a:cubicBezTo>
                  <a:pt x="8264" y="2066"/>
                  <a:pt x="8312" y="2090"/>
                  <a:pt x="8312" y="2138"/>
                </a:cubicBezTo>
                <a:lnTo>
                  <a:pt x="8312" y="2566"/>
                </a:lnTo>
                <a:cubicBezTo>
                  <a:pt x="8312" y="2614"/>
                  <a:pt x="8264" y="2661"/>
                  <a:pt x="8216" y="2661"/>
                </a:cubicBezTo>
                <a:lnTo>
                  <a:pt x="7407" y="2661"/>
                </a:lnTo>
                <a:lnTo>
                  <a:pt x="7168" y="2066"/>
                </a:lnTo>
                <a:close/>
                <a:moveTo>
                  <a:pt x="8788" y="1280"/>
                </a:moveTo>
                <a:cubicBezTo>
                  <a:pt x="8931" y="1280"/>
                  <a:pt x="9050" y="1399"/>
                  <a:pt x="9050" y="1542"/>
                </a:cubicBezTo>
                <a:lnTo>
                  <a:pt x="9050" y="3924"/>
                </a:lnTo>
                <a:lnTo>
                  <a:pt x="7954" y="3924"/>
                </a:lnTo>
                <a:lnTo>
                  <a:pt x="7550" y="2947"/>
                </a:lnTo>
                <a:lnTo>
                  <a:pt x="8216" y="2947"/>
                </a:lnTo>
                <a:cubicBezTo>
                  <a:pt x="8431" y="2947"/>
                  <a:pt x="8597" y="2781"/>
                  <a:pt x="8597" y="2566"/>
                </a:cubicBezTo>
                <a:lnTo>
                  <a:pt x="8597" y="2138"/>
                </a:lnTo>
                <a:cubicBezTo>
                  <a:pt x="8597" y="1923"/>
                  <a:pt x="8431" y="1757"/>
                  <a:pt x="8216" y="1757"/>
                </a:cubicBezTo>
                <a:lnTo>
                  <a:pt x="7049" y="1757"/>
                </a:lnTo>
                <a:lnTo>
                  <a:pt x="6835" y="1280"/>
                </a:lnTo>
                <a:close/>
                <a:moveTo>
                  <a:pt x="4430" y="352"/>
                </a:moveTo>
                <a:lnTo>
                  <a:pt x="4906" y="1471"/>
                </a:lnTo>
                <a:cubicBezTo>
                  <a:pt x="4954" y="1614"/>
                  <a:pt x="5073" y="1685"/>
                  <a:pt x="5216" y="1685"/>
                </a:cubicBezTo>
                <a:cubicBezTo>
                  <a:pt x="5263" y="1685"/>
                  <a:pt x="5311" y="1685"/>
                  <a:pt x="5359" y="1661"/>
                </a:cubicBezTo>
                <a:lnTo>
                  <a:pt x="6478" y="1185"/>
                </a:lnTo>
                <a:lnTo>
                  <a:pt x="7621" y="3947"/>
                </a:lnTo>
                <a:lnTo>
                  <a:pt x="6907" y="3947"/>
                </a:lnTo>
                <a:cubicBezTo>
                  <a:pt x="6835" y="3947"/>
                  <a:pt x="6764" y="3995"/>
                  <a:pt x="6764" y="4090"/>
                </a:cubicBezTo>
                <a:cubicBezTo>
                  <a:pt x="6764" y="4162"/>
                  <a:pt x="6835" y="4233"/>
                  <a:pt x="6907" y="4233"/>
                </a:cubicBezTo>
                <a:lnTo>
                  <a:pt x="9574" y="4233"/>
                </a:lnTo>
                <a:cubicBezTo>
                  <a:pt x="9717" y="4233"/>
                  <a:pt x="9812" y="4352"/>
                  <a:pt x="9812" y="4471"/>
                </a:cubicBezTo>
                <a:lnTo>
                  <a:pt x="9812" y="8972"/>
                </a:lnTo>
                <a:cubicBezTo>
                  <a:pt x="9812" y="9330"/>
                  <a:pt x="9550" y="9591"/>
                  <a:pt x="9193" y="9591"/>
                </a:cubicBezTo>
                <a:lnTo>
                  <a:pt x="1596" y="9591"/>
                </a:lnTo>
                <a:cubicBezTo>
                  <a:pt x="1739" y="9425"/>
                  <a:pt x="1834" y="9210"/>
                  <a:pt x="1834" y="8972"/>
                </a:cubicBezTo>
                <a:lnTo>
                  <a:pt x="1834" y="7353"/>
                </a:lnTo>
                <a:cubicBezTo>
                  <a:pt x="1834" y="7281"/>
                  <a:pt x="1763" y="7210"/>
                  <a:pt x="1667" y="7210"/>
                </a:cubicBezTo>
                <a:cubicBezTo>
                  <a:pt x="1596" y="7210"/>
                  <a:pt x="1524" y="7281"/>
                  <a:pt x="1524" y="7353"/>
                </a:cubicBezTo>
                <a:lnTo>
                  <a:pt x="1524" y="8972"/>
                </a:lnTo>
                <a:cubicBezTo>
                  <a:pt x="1524" y="9330"/>
                  <a:pt x="1262" y="9591"/>
                  <a:pt x="905" y="9591"/>
                </a:cubicBezTo>
                <a:cubicBezTo>
                  <a:pt x="572" y="9591"/>
                  <a:pt x="286" y="9330"/>
                  <a:pt x="286" y="8972"/>
                </a:cubicBezTo>
                <a:lnTo>
                  <a:pt x="286" y="2590"/>
                </a:lnTo>
                <a:cubicBezTo>
                  <a:pt x="286" y="2447"/>
                  <a:pt x="405" y="2328"/>
                  <a:pt x="548" y="2328"/>
                </a:cubicBezTo>
                <a:lnTo>
                  <a:pt x="834" y="2328"/>
                </a:lnTo>
                <a:lnTo>
                  <a:pt x="1120" y="3066"/>
                </a:lnTo>
                <a:cubicBezTo>
                  <a:pt x="1155" y="3120"/>
                  <a:pt x="1204" y="3147"/>
                  <a:pt x="1257" y="3147"/>
                </a:cubicBezTo>
                <a:cubicBezTo>
                  <a:pt x="1274" y="3147"/>
                  <a:pt x="1292" y="3144"/>
                  <a:pt x="1310" y="3138"/>
                </a:cubicBezTo>
                <a:cubicBezTo>
                  <a:pt x="1382" y="3114"/>
                  <a:pt x="1429" y="3019"/>
                  <a:pt x="1405" y="2947"/>
                </a:cubicBezTo>
                <a:lnTo>
                  <a:pt x="953" y="1876"/>
                </a:lnTo>
                <a:cubicBezTo>
                  <a:pt x="929" y="1852"/>
                  <a:pt x="953" y="1804"/>
                  <a:pt x="977" y="1804"/>
                </a:cubicBezTo>
                <a:lnTo>
                  <a:pt x="4430" y="352"/>
                </a:lnTo>
                <a:close/>
                <a:moveTo>
                  <a:pt x="4513" y="0"/>
                </a:moveTo>
                <a:cubicBezTo>
                  <a:pt x="4495" y="0"/>
                  <a:pt x="4477" y="6"/>
                  <a:pt x="4454" y="18"/>
                </a:cubicBezTo>
                <a:lnTo>
                  <a:pt x="858" y="1518"/>
                </a:lnTo>
                <a:cubicBezTo>
                  <a:pt x="691" y="1590"/>
                  <a:pt x="596" y="1804"/>
                  <a:pt x="667" y="1971"/>
                </a:cubicBezTo>
                <a:lnTo>
                  <a:pt x="691" y="2042"/>
                </a:lnTo>
                <a:lnTo>
                  <a:pt x="548" y="2042"/>
                </a:lnTo>
                <a:cubicBezTo>
                  <a:pt x="238" y="2042"/>
                  <a:pt x="0" y="2280"/>
                  <a:pt x="0" y="2590"/>
                </a:cubicBezTo>
                <a:lnTo>
                  <a:pt x="0" y="8972"/>
                </a:lnTo>
                <a:cubicBezTo>
                  <a:pt x="0" y="9472"/>
                  <a:pt x="405" y="9877"/>
                  <a:pt x="905" y="9877"/>
                </a:cubicBezTo>
                <a:lnTo>
                  <a:pt x="9193" y="9877"/>
                </a:lnTo>
                <a:cubicBezTo>
                  <a:pt x="9717" y="9877"/>
                  <a:pt x="10121" y="9472"/>
                  <a:pt x="10121" y="8972"/>
                </a:cubicBezTo>
                <a:lnTo>
                  <a:pt x="10121" y="4471"/>
                </a:lnTo>
                <a:cubicBezTo>
                  <a:pt x="10121" y="4162"/>
                  <a:pt x="9860" y="3924"/>
                  <a:pt x="9574" y="3924"/>
                </a:cubicBezTo>
                <a:lnTo>
                  <a:pt x="9336" y="3924"/>
                </a:lnTo>
                <a:lnTo>
                  <a:pt x="9336" y="1542"/>
                </a:lnTo>
                <a:cubicBezTo>
                  <a:pt x="9336" y="1233"/>
                  <a:pt x="9097" y="994"/>
                  <a:pt x="8788" y="994"/>
                </a:cubicBezTo>
                <a:lnTo>
                  <a:pt x="6716" y="994"/>
                </a:lnTo>
                <a:lnTo>
                  <a:pt x="6692" y="923"/>
                </a:lnTo>
                <a:cubicBezTo>
                  <a:pt x="6668" y="899"/>
                  <a:pt x="6645" y="852"/>
                  <a:pt x="6621" y="852"/>
                </a:cubicBezTo>
                <a:lnTo>
                  <a:pt x="4573" y="18"/>
                </a:lnTo>
                <a:cubicBezTo>
                  <a:pt x="4549" y="6"/>
                  <a:pt x="4531" y="0"/>
                  <a:pt x="4513" y="0"/>
                </a:cubicBez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8" name="Google Shape;2823;p94">
            <a:extLst xmlns:a="http://schemas.openxmlformats.org/drawingml/2006/main">
              <a:ext uri="{FF2B5EF4-FFF2-40B4-BE49-F238E27FC236}">
                <a16:creationId xmlns:a16="http://schemas.microsoft.com/office/drawing/2014/main" id="{06B94662-6FE6-4CF5-B934-EE5CBA83D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07750" y="1881793"/>
            <a:ext cx="370213" cy="348361"/>
          </a:xfrm>
          <a:custGeom xmlns:a="http://schemas.openxmlformats.org/drawingml/2006/main">
            <a:rect l="l" t="t" r="r" b="b"/>
            <a:pathLst>
              <a:path w="5074" h="4704">
                <a:moveTo>
                  <a:pt x="2760" y="301"/>
                </a:moveTo>
                <a:cubicBezTo>
                  <a:pt x="2892" y="301"/>
                  <a:pt x="3021" y="325"/>
                  <a:pt x="3144" y="370"/>
                </a:cubicBezTo>
                <a:cubicBezTo>
                  <a:pt x="3430" y="489"/>
                  <a:pt x="3645" y="703"/>
                  <a:pt x="3740" y="965"/>
                </a:cubicBezTo>
                <a:cubicBezTo>
                  <a:pt x="3859" y="1227"/>
                  <a:pt x="3859" y="1513"/>
                  <a:pt x="3764" y="1775"/>
                </a:cubicBezTo>
                <a:lnTo>
                  <a:pt x="3287" y="1775"/>
                </a:lnTo>
                <a:cubicBezTo>
                  <a:pt x="3335" y="1679"/>
                  <a:pt x="3359" y="1560"/>
                  <a:pt x="3311" y="1441"/>
                </a:cubicBezTo>
                <a:cubicBezTo>
                  <a:pt x="3264" y="1346"/>
                  <a:pt x="3168" y="1275"/>
                  <a:pt x="3073" y="1227"/>
                </a:cubicBezTo>
                <a:cubicBezTo>
                  <a:pt x="3025" y="1203"/>
                  <a:pt x="2972" y="1191"/>
                  <a:pt x="2918" y="1191"/>
                </a:cubicBezTo>
                <a:cubicBezTo>
                  <a:pt x="2865" y="1191"/>
                  <a:pt x="2811" y="1203"/>
                  <a:pt x="2763" y="1227"/>
                </a:cubicBezTo>
                <a:lnTo>
                  <a:pt x="2621" y="1298"/>
                </a:lnTo>
                <a:cubicBezTo>
                  <a:pt x="2607" y="1303"/>
                  <a:pt x="2594" y="1305"/>
                  <a:pt x="2581" y="1305"/>
                </a:cubicBezTo>
                <a:cubicBezTo>
                  <a:pt x="2524" y="1305"/>
                  <a:pt x="2473" y="1266"/>
                  <a:pt x="2454" y="1227"/>
                </a:cubicBezTo>
                <a:cubicBezTo>
                  <a:pt x="2430" y="1155"/>
                  <a:pt x="2478" y="1108"/>
                  <a:pt x="2525" y="1084"/>
                </a:cubicBezTo>
                <a:lnTo>
                  <a:pt x="2668" y="1013"/>
                </a:lnTo>
                <a:cubicBezTo>
                  <a:pt x="2692" y="1001"/>
                  <a:pt x="2710" y="995"/>
                  <a:pt x="2728" y="995"/>
                </a:cubicBezTo>
                <a:cubicBezTo>
                  <a:pt x="2746" y="995"/>
                  <a:pt x="2763" y="1001"/>
                  <a:pt x="2787" y="1013"/>
                </a:cubicBezTo>
                <a:cubicBezTo>
                  <a:pt x="2815" y="1031"/>
                  <a:pt x="2842" y="1039"/>
                  <a:pt x="2868" y="1039"/>
                </a:cubicBezTo>
                <a:cubicBezTo>
                  <a:pt x="2910" y="1039"/>
                  <a:pt x="2948" y="1018"/>
                  <a:pt x="2978" y="989"/>
                </a:cubicBezTo>
                <a:cubicBezTo>
                  <a:pt x="3025" y="917"/>
                  <a:pt x="3002" y="822"/>
                  <a:pt x="2954" y="774"/>
                </a:cubicBezTo>
                <a:cubicBezTo>
                  <a:pt x="2892" y="728"/>
                  <a:pt x="2821" y="702"/>
                  <a:pt x="2746" y="702"/>
                </a:cubicBezTo>
                <a:cubicBezTo>
                  <a:pt x="2705" y="702"/>
                  <a:pt x="2663" y="710"/>
                  <a:pt x="2621" y="727"/>
                </a:cubicBezTo>
                <a:lnTo>
                  <a:pt x="2597" y="679"/>
                </a:lnTo>
                <a:cubicBezTo>
                  <a:pt x="2577" y="620"/>
                  <a:pt x="2509" y="578"/>
                  <a:pt x="2446" y="578"/>
                </a:cubicBezTo>
                <a:cubicBezTo>
                  <a:pt x="2432" y="578"/>
                  <a:pt x="2419" y="580"/>
                  <a:pt x="2406" y="584"/>
                </a:cubicBezTo>
                <a:cubicBezTo>
                  <a:pt x="2335" y="632"/>
                  <a:pt x="2311" y="703"/>
                  <a:pt x="2335" y="774"/>
                </a:cubicBezTo>
                <a:lnTo>
                  <a:pt x="2359" y="822"/>
                </a:lnTo>
                <a:cubicBezTo>
                  <a:pt x="2192" y="941"/>
                  <a:pt x="2120" y="1155"/>
                  <a:pt x="2192" y="1346"/>
                </a:cubicBezTo>
                <a:cubicBezTo>
                  <a:pt x="2264" y="1490"/>
                  <a:pt x="2418" y="1594"/>
                  <a:pt x="2582" y="1594"/>
                </a:cubicBezTo>
                <a:cubicBezTo>
                  <a:pt x="2635" y="1594"/>
                  <a:pt x="2688" y="1583"/>
                  <a:pt x="2740" y="1560"/>
                </a:cubicBezTo>
                <a:lnTo>
                  <a:pt x="2882" y="1489"/>
                </a:lnTo>
                <a:lnTo>
                  <a:pt x="2978" y="1489"/>
                </a:lnTo>
                <a:cubicBezTo>
                  <a:pt x="3002" y="1513"/>
                  <a:pt x="3025" y="1537"/>
                  <a:pt x="3025" y="1560"/>
                </a:cubicBezTo>
                <a:cubicBezTo>
                  <a:pt x="3049" y="1608"/>
                  <a:pt x="3025" y="1679"/>
                  <a:pt x="2978" y="1703"/>
                </a:cubicBezTo>
                <a:lnTo>
                  <a:pt x="2811" y="1775"/>
                </a:lnTo>
                <a:lnTo>
                  <a:pt x="2763" y="1775"/>
                </a:lnTo>
                <a:cubicBezTo>
                  <a:pt x="2740" y="1775"/>
                  <a:pt x="2716" y="1775"/>
                  <a:pt x="2692" y="1751"/>
                </a:cubicBezTo>
                <a:cubicBezTo>
                  <a:pt x="2668" y="1715"/>
                  <a:pt x="2632" y="1697"/>
                  <a:pt x="2594" y="1697"/>
                </a:cubicBezTo>
                <a:cubicBezTo>
                  <a:pt x="2555" y="1697"/>
                  <a:pt x="2513" y="1715"/>
                  <a:pt x="2478" y="1751"/>
                </a:cubicBezTo>
                <a:cubicBezTo>
                  <a:pt x="2478" y="1751"/>
                  <a:pt x="2478" y="1775"/>
                  <a:pt x="2454" y="1775"/>
                </a:cubicBezTo>
                <a:lnTo>
                  <a:pt x="1739" y="1775"/>
                </a:lnTo>
                <a:cubicBezTo>
                  <a:pt x="1620" y="1513"/>
                  <a:pt x="1620" y="1227"/>
                  <a:pt x="1739" y="965"/>
                </a:cubicBezTo>
                <a:cubicBezTo>
                  <a:pt x="1835" y="703"/>
                  <a:pt x="2049" y="489"/>
                  <a:pt x="2311" y="393"/>
                </a:cubicBezTo>
                <a:cubicBezTo>
                  <a:pt x="2462" y="331"/>
                  <a:pt x="2613" y="301"/>
                  <a:pt x="2760" y="301"/>
                </a:cubicBezTo>
                <a:close/>
                <a:moveTo>
                  <a:pt x="2740" y="0"/>
                </a:moveTo>
                <a:cubicBezTo>
                  <a:pt x="2561" y="0"/>
                  <a:pt x="2382" y="36"/>
                  <a:pt x="2216" y="108"/>
                </a:cubicBezTo>
                <a:cubicBezTo>
                  <a:pt x="1858" y="251"/>
                  <a:pt x="1596" y="512"/>
                  <a:pt x="1454" y="846"/>
                </a:cubicBezTo>
                <a:cubicBezTo>
                  <a:pt x="1335" y="1155"/>
                  <a:pt x="1311" y="1489"/>
                  <a:pt x="1406" y="1775"/>
                </a:cubicBezTo>
                <a:lnTo>
                  <a:pt x="739" y="1775"/>
                </a:lnTo>
                <a:cubicBezTo>
                  <a:pt x="644" y="1775"/>
                  <a:pt x="572" y="1798"/>
                  <a:pt x="501" y="1822"/>
                </a:cubicBezTo>
                <a:lnTo>
                  <a:pt x="311" y="1394"/>
                </a:lnTo>
                <a:cubicBezTo>
                  <a:pt x="293" y="1342"/>
                  <a:pt x="239" y="1303"/>
                  <a:pt x="183" y="1303"/>
                </a:cubicBezTo>
                <a:cubicBezTo>
                  <a:pt x="162" y="1303"/>
                  <a:pt x="140" y="1309"/>
                  <a:pt x="120" y="1322"/>
                </a:cubicBezTo>
                <a:cubicBezTo>
                  <a:pt x="49" y="1346"/>
                  <a:pt x="1" y="1441"/>
                  <a:pt x="49" y="1513"/>
                </a:cubicBezTo>
                <a:lnTo>
                  <a:pt x="263" y="2037"/>
                </a:lnTo>
                <a:cubicBezTo>
                  <a:pt x="215" y="2132"/>
                  <a:pt x="191" y="2227"/>
                  <a:pt x="191" y="2322"/>
                </a:cubicBezTo>
                <a:lnTo>
                  <a:pt x="191" y="4537"/>
                </a:lnTo>
                <a:cubicBezTo>
                  <a:pt x="191" y="4632"/>
                  <a:pt x="263" y="4704"/>
                  <a:pt x="334" y="4704"/>
                </a:cubicBezTo>
                <a:cubicBezTo>
                  <a:pt x="430" y="4704"/>
                  <a:pt x="501" y="4632"/>
                  <a:pt x="501" y="4537"/>
                </a:cubicBezTo>
                <a:lnTo>
                  <a:pt x="501" y="2322"/>
                </a:lnTo>
                <a:cubicBezTo>
                  <a:pt x="501" y="2179"/>
                  <a:pt x="596" y="2084"/>
                  <a:pt x="739" y="2084"/>
                </a:cubicBezTo>
                <a:lnTo>
                  <a:pt x="4907" y="2084"/>
                </a:lnTo>
                <a:cubicBezTo>
                  <a:pt x="5002" y="2084"/>
                  <a:pt x="5073" y="2013"/>
                  <a:pt x="5073" y="1918"/>
                </a:cubicBezTo>
                <a:cubicBezTo>
                  <a:pt x="5073" y="1846"/>
                  <a:pt x="5002" y="1775"/>
                  <a:pt x="4907" y="1775"/>
                </a:cubicBezTo>
                <a:lnTo>
                  <a:pt x="4073" y="1775"/>
                </a:lnTo>
                <a:cubicBezTo>
                  <a:pt x="4168" y="1465"/>
                  <a:pt x="4145" y="1155"/>
                  <a:pt x="4026" y="846"/>
                </a:cubicBezTo>
                <a:cubicBezTo>
                  <a:pt x="3883" y="512"/>
                  <a:pt x="3597" y="251"/>
                  <a:pt x="3264" y="108"/>
                </a:cubicBezTo>
                <a:cubicBezTo>
                  <a:pt x="3097" y="36"/>
                  <a:pt x="2918" y="0"/>
                  <a:pt x="2740" y="0"/>
                </a:cubicBezTo>
                <a:close/>
              </a:path>
            </a:pathLst>
          </a:custGeom>
          <a:solidFill xmlns:a="http://schemas.openxmlformats.org/drawingml/2006/main">
            <a:srgbClr val="FD0C5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9" name="Google Shape;2824;p94">
            <a:extLst xmlns:a="http://schemas.openxmlformats.org/drawingml/2006/main">
              <a:ext uri="{FF2B5EF4-FFF2-40B4-BE49-F238E27FC236}">
                <a16:creationId xmlns:a16="http://schemas.microsoft.com/office/drawing/2014/main" id="{02B037F2-DC45-4341-8A79-CB3209AED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23435" y="1838099"/>
            <a:ext cx="102586" cy="55245"/>
          </a:xfrm>
          <a:custGeom xmlns:a="http://schemas.openxmlformats.org/drawingml/2006/main">
            <a:rect l="l" t="t" r="r" b="b"/>
            <a:pathLst>
              <a:path w="1406" h="746">
                <a:moveTo>
                  <a:pt x="1207" y="1"/>
                </a:moveTo>
                <a:cubicBezTo>
                  <a:pt x="1193" y="1"/>
                  <a:pt x="1180" y="3"/>
                  <a:pt x="1167" y="7"/>
                </a:cubicBezTo>
                <a:lnTo>
                  <a:pt x="119" y="460"/>
                </a:lnTo>
                <a:cubicBezTo>
                  <a:pt x="48" y="483"/>
                  <a:pt x="0" y="579"/>
                  <a:pt x="24" y="650"/>
                </a:cubicBezTo>
                <a:cubicBezTo>
                  <a:pt x="48" y="721"/>
                  <a:pt x="119" y="745"/>
                  <a:pt x="167" y="745"/>
                </a:cubicBezTo>
                <a:lnTo>
                  <a:pt x="215" y="745"/>
                </a:lnTo>
                <a:lnTo>
                  <a:pt x="1286" y="293"/>
                </a:lnTo>
                <a:cubicBezTo>
                  <a:pt x="1358" y="269"/>
                  <a:pt x="1405" y="174"/>
                  <a:pt x="1358" y="102"/>
                </a:cubicBezTo>
                <a:cubicBezTo>
                  <a:pt x="1338" y="44"/>
                  <a:pt x="1270" y="1"/>
                  <a:pt x="1207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0" name="Google Shape;2825;p94">
            <a:extLst xmlns:a="http://schemas.openxmlformats.org/drawingml/2006/main">
              <a:ext uri="{FF2B5EF4-FFF2-40B4-BE49-F238E27FC236}">
                <a16:creationId xmlns:a16="http://schemas.microsoft.com/office/drawing/2014/main" id="{C50B4741-907E-42DE-BA0B-3176B42ED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39050" y="1891866"/>
            <a:ext cx="55670" cy="34955"/>
          </a:xfrm>
          <a:custGeom xmlns:a="http://schemas.openxmlformats.org/drawingml/2006/main">
            <a:rect l="l" t="t" r="r" b="b"/>
            <a:pathLst>
              <a:path w="763" h="472">
                <a:moveTo>
                  <a:pt x="599" y="0"/>
                </a:moveTo>
                <a:cubicBezTo>
                  <a:pt x="576" y="0"/>
                  <a:pt x="551" y="6"/>
                  <a:pt x="525" y="19"/>
                </a:cubicBezTo>
                <a:lnTo>
                  <a:pt x="96" y="186"/>
                </a:lnTo>
                <a:cubicBezTo>
                  <a:pt x="24" y="234"/>
                  <a:pt x="1" y="305"/>
                  <a:pt x="24" y="376"/>
                </a:cubicBezTo>
                <a:cubicBezTo>
                  <a:pt x="48" y="448"/>
                  <a:pt x="96" y="472"/>
                  <a:pt x="167" y="472"/>
                </a:cubicBezTo>
                <a:lnTo>
                  <a:pt x="215" y="472"/>
                </a:lnTo>
                <a:lnTo>
                  <a:pt x="644" y="281"/>
                </a:lnTo>
                <a:cubicBezTo>
                  <a:pt x="715" y="257"/>
                  <a:pt x="763" y="162"/>
                  <a:pt x="739" y="91"/>
                </a:cubicBezTo>
                <a:cubicBezTo>
                  <a:pt x="705" y="39"/>
                  <a:pt x="658" y="0"/>
                  <a:pt x="599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1" name="Google Shape;2826;p94">
            <a:extLst xmlns:a="http://schemas.openxmlformats.org/drawingml/2006/main">
              <a:ext uri="{FF2B5EF4-FFF2-40B4-BE49-F238E27FC236}">
                <a16:creationId xmlns:a16="http://schemas.microsoft.com/office/drawing/2014/main" id="{36AB534A-DCD7-4445-B575-A5862273C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89467" y="2335907"/>
            <a:ext cx="76537" cy="21254"/>
          </a:xfrm>
          <a:custGeom xmlns:a="http://schemas.openxmlformats.org/drawingml/2006/main">
            <a:rect l="l" t="t" r="r" b="b"/>
            <a:pathLst>
              <a:path w="1049" h="287">
                <a:moveTo>
                  <a:pt x="143" y="1"/>
                </a:moveTo>
                <a:cubicBezTo>
                  <a:pt x="72" y="1"/>
                  <a:pt x="0" y="48"/>
                  <a:pt x="0" y="144"/>
                </a:cubicBezTo>
                <a:cubicBezTo>
                  <a:pt x="0" y="215"/>
                  <a:pt x="72" y="286"/>
                  <a:pt x="143" y="286"/>
                </a:cubicBezTo>
                <a:lnTo>
                  <a:pt x="905" y="286"/>
                </a:lnTo>
                <a:cubicBezTo>
                  <a:pt x="977" y="286"/>
                  <a:pt x="1048" y="215"/>
                  <a:pt x="1048" y="144"/>
                </a:cubicBezTo>
                <a:cubicBezTo>
                  <a:pt x="1048" y="48"/>
                  <a:pt x="977" y="1"/>
                  <a:pt x="905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2" name="Google Shape;2827;p94">
            <a:extLst xmlns:a="http://schemas.openxmlformats.org/drawingml/2006/main">
              <a:ext uri="{FF2B5EF4-FFF2-40B4-BE49-F238E27FC236}">
                <a16:creationId xmlns:a16="http://schemas.microsoft.com/office/drawing/2014/main" id="{B5DD2815-B50D-4491-A04C-6F99AB023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89467" y="2374713"/>
            <a:ext cx="177299" cy="23030"/>
          </a:xfrm>
          <a:custGeom xmlns:a="http://schemas.openxmlformats.org/drawingml/2006/main">
            <a:rect l="l" t="t" r="r" b="b"/>
            <a:pathLst>
              <a:path w="2430" h="311">
                <a:moveTo>
                  <a:pt x="143" y="1"/>
                </a:moveTo>
                <a:cubicBezTo>
                  <a:pt x="72" y="1"/>
                  <a:pt x="0" y="72"/>
                  <a:pt x="0" y="143"/>
                </a:cubicBezTo>
                <a:cubicBezTo>
                  <a:pt x="0" y="239"/>
                  <a:pt x="72" y="310"/>
                  <a:pt x="143" y="310"/>
                </a:cubicBezTo>
                <a:lnTo>
                  <a:pt x="2286" y="310"/>
                </a:lnTo>
                <a:cubicBezTo>
                  <a:pt x="2358" y="310"/>
                  <a:pt x="2429" y="239"/>
                  <a:pt x="2429" y="143"/>
                </a:cubicBezTo>
                <a:cubicBezTo>
                  <a:pt x="2429" y="72"/>
                  <a:pt x="2358" y="1"/>
                  <a:pt x="2286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8" name="Google Shape;2806;p94">
            <a:extLst xmlns:a="http://schemas.openxmlformats.org/drawingml/2006/main">
              <a:ext uri="{FF2B5EF4-FFF2-40B4-BE49-F238E27FC236}">
                <a16:creationId xmlns:a16="http://schemas.microsoft.com/office/drawing/2014/main" id="{DF5EB72A-9714-47B1-AA38-FD4B1CF31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757324" y="1749715"/>
            <a:ext cx="738604" cy="694944"/>
          </a:xfrm>
          <a:custGeom xmlns:a="http://schemas.openxmlformats.org/drawingml/2006/main">
            <a:rect l="l" t="t" r="r" b="b"/>
            <a:pathLst>
              <a:path w="10123" h="9384">
                <a:moveTo>
                  <a:pt x="5073" y="8550"/>
                </a:moveTo>
                <a:cubicBezTo>
                  <a:pt x="5216" y="8550"/>
                  <a:pt x="5335" y="8669"/>
                  <a:pt x="5335" y="8812"/>
                </a:cubicBezTo>
                <a:cubicBezTo>
                  <a:pt x="5335" y="8954"/>
                  <a:pt x="5216" y="9097"/>
                  <a:pt x="5073" y="9097"/>
                </a:cubicBezTo>
                <a:cubicBezTo>
                  <a:pt x="4907" y="9097"/>
                  <a:pt x="4788" y="8954"/>
                  <a:pt x="4788" y="8812"/>
                </a:cubicBezTo>
                <a:cubicBezTo>
                  <a:pt x="4788" y="8669"/>
                  <a:pt x="4907" y="8550"/>
                  <a:pt x="5073" y="8550"/>
                </a:cubicBezTo>
                <a:close/>
                <a:moveTo>
                  <a:pt x="358" y="0"/>
                </a:moveTo>
                <a:cubicBezTo>
                  <a:pt x="168" y="0"/>
                  <a:pt x="1" y="167"/>
                  <a:pt x="1" y="357"/>
                </a:cubicBezTo>
                <a:lnTo>
                  <a:pt x="1" y="953"/>
                </a:lnTo>
                <a:cubicBezTo>
                  <a:pt x="1" y="1143"/>
                  <a:pt x="144" y="1286"/>
                  <a:pt x="334" y="1286"/>
                </a:cubicBezTo>
                <a:lnTo>
                  <a:pt x="334" y="5168"/>
                </a:lnTo>
                <a:cubicBezTo>
                  <a:pt x="334" y="5239"/>
                  <a:pt x="406" y="5311"/>
                  <a:pt x="477" y="5311"/>
                </a:cubicBezTo>
                <a:cubicBezTo>
                  <a:pt x="572" y="5311"/>
                  <a:pt x="644" y="5263"/>
                  <a:pt x="644" y="5168"/>
                </a:cubicBezTo>
                <a:lnTo>
                  <a:pt x="644" y="1286"/>
                </a:lnTo>
                <a:lnTo>
                  <a:pt x="7741" y="1286"/>
                </a:lnTo>
                <a:cubicBezTo>
                  <a:pt x="7812" y="1286"/>
                  <a:pt x="7884" y="1239"/>
                  <a:pt x="7884" y="1143"/>
                </a:cubicBezTo>
                <a:cubicBezTo>
                  <a:pt x="7884" y="1072"/>
                  <a:pt x="7812" y="1000"/>
                  <a:pt x="7741" y="1000"/>
                </a:cubicBezTo>
                <a:lnTo>
                  <a:pt x="358" y="1000"/>
                </a:lnTo>
                <a:cubicBezTo>
                  <a:pt x="334" y="1000"/>
                  <a:pt x="311" y="977"/>
                  <a:pt x="311" y="953"/>
                </a:cubicBezTo>
                <a:lnTo>
                  <a:pt x="311" y="357"/>
                </a:lnTo>
                <a:cubicBezTo>
                  <a:pt x="311" y="310"/>
                  <a:pt x="334" y="286"/>
                  <a:pt x="358" y="286"/>
                </a:cubicBezTo>
                <a:lnTo>
                  <a:pt x="9789" y="286"/>
                </a:lnTo>
                <a:cubicBezTo>
                  <a:pt x="9812" y="286"/>
                  <a:pt x="9836" y="334"/>
                  <a:pt x="9836" y="357"/>
                </a:cubicBezTo>
                <a:lnTo>
                  <a:pt x="9836" y="953"/>
                </a:lnTo>
                <a:cubicBezTo>
                  <a:pt x="9836" y="977"/>
                  <a:pt x="9812" y="1000"/>
                  <a:pt x="9789" y="1000"/>
                </a:cubicBezTo>
                <a:lnTo>
                  <a:pt x="8407" y="1000"/>
                </a:lnTo>
                <a:cubicBezTo>
                  <a:pt x="8312" y="1000"/>
                  <a:pt x="8241" y="1072"/>
                  <a:pt x="8241" y="1143"/>
                </a:cubicBezTo>
                <a:cubicBezTo>
                  <a:pt x="8241" y="1239"/>
                  <a:pt x="8312" y="1286"/>
                  <a:pt x="8407" y="1286"/>
                </a:cubicBezTo>
                <a:lnTo>
                  <a:pt x="9503" y="1286"/>
                </a:lnTo>
                <a:lnTo>
                  <a:pt x="9503" y="7335"/>
                </a:lnTo>
                <a:cubicBezTo>
                  <a:pt x="9503" y="7359"/>
                  <a:pt x="9479" y="7383"/>
                  <a:pt x="9455" y="7383"/>
                </a:cubicBezTo>
                <a:lnTo>
                  <a:pt x="692" y="7383"/>
                </a:lnTo>
                <a:cubicBezTo>
                  <a:pt x="668" y="7383"/>
                  <a:pt x="644" y="7359"/>
                  <a:pt x="644" y="7335"/>
                </a:cubicBezTo>
                <a:lnTo>
                  <a:pt x="644" y="5835"/>
                </a:lnTo>
                <a:cubicBezTo>
                  <a:pt x="644" y="5740"/>
                  <a:pt x="572" y="5692"/>
                  <a:pt x="477" y="5692"/>
                </a:cubicBezTo>
                <a:cubicBezTo>
                  <a:pt x="406" y="5692"/>
                  <a:pt x="334" y="5740"/>
                  <a:pt x="334" y="5835"/>
                </a:cubicBezTo>
                <a:lnTo>
                  <a:pt x="334" y="7335"/>
                </a:lnTo>
                <a:cubicBezTo>
                  <a:pt x="334" y="7526"/>
                  <a:pt x="501" y="7668"/>
                  <a:pt x="692" y="7668"/>
                </a:cubicBezTo>
                <a:lnTo>
                  <a:pt x="4907" y="7668"/>
                </a:lnTo>
                <a:lnTo>
                  <a:pt x="4907" y="8264"/>
                </a:lnTo>
                <a:cubicBezTo>
                  <a:pt x="4669" y="8335"/>
                  <a:pt x="4502" y="8550"/>
                  <a:pt x="4502" y="8812"/>
                </a:cubicBezTo>
                <a:cubicBezTo>
                  <a:pt x="4502" y="9121"/>
                  <a:pt x="4740" y="9383"/>
                  <a:pt x="5073" y="9383"/>
                </a:cubicBezTo>
                <a:cubicBezTo>
                  <a:pt x="5383" y="9383"/>
                  <a:pt x="5621" y="9121"/>
                  <a:pt x="5621" y="8812"/>
                </a:cubicBezTo>
                <a:cubicBezTo>
                  <a:pt x="5621" y="8550"/>
                  <a:pt x="5454" y="8335"/>
                  <a:pt x="5216" y="8264"/>
                </a:cubicBezTo>
                <a:lnTo>
                  <a:pt x="5216" y="7668"/>
                </a:lnTo>
                <a:lnTo>
                  <a:pt x="9431" y="7668"/>
                </a:lnTo>
                <a:cubicBezTo>
                  <a:pt x="9622" y="7668"/>
                  <a:pt x="9789" y="7526"/>
                  <a:pt x="9789" y="7335"/>
                </a:cubicBezTo>
                <a:lnTo>
                  <a:pt x="9789" y="1286"/>
                </a:lnTo>
                <a:cubicBezTo>
                  <a:pt x="9979" y="1286"/>
                  <a:pt x="10122" y="1143"/>
                  <a:pt x="10122" y="953"/>
                </a:cubicBezTo>
                <a:lnTo>
                  <a:pt x="10122" y="357"/>
                </a:lnTo>
                <a:cubicBezTo>
                  <a:pt x="10122" y="167"/>
                  <a:pt x="9979" y="0"/>
                  <a:pt x="9789" y="0"/>
                </a:cubicBezTo>
                <a:close/>
              </a:path>
            </a:pathLst>
          </a:custGeom>
          <a:solidFill xmlns:a="http://schemas.openxmlformats.org/drawingml/2006/main">
            <a:srgbClr val="FD0C5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9" name="Google Shape;2807;p94">
            <a:extLst xmlns:a="http://schemas.openxmlformats.org/drawingml/2006/main">
              <a:ext uri="{FF2B5EF4-FFF2-40B4-BE49-F238E27FC236}">
                <a16:creationId xmlns:a16="http://schemas.microsoft.com/office/drawing/2014/main" id="{03D26D72-6983-4EF2-8819-908F4C3C6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315126" y="2192350"/>
            <a:ext cx="99083" cy="21254"/>
          </a:xfrm>
          <a:custGeom xmlns:a="http://schemas.openxmlformats.org/drawingml/2006/main">
            <a:rect l="l" t="t" r="r" b="b"/>
            <a:pathLst>
              <a:path w="1358" h="287">
                <a:moveTo>
                  <a:pt x="167" y="1"/>
                </a:moveTo>
                <a:cubicBezTo>
                  <a:pt x="72" y="1"/>
                  <a:pt x="0" y="72"/>
                  <a:pt x="0" y="144"/>
                </a:cubicBezTo>
                <a:cubicBezTo>
                  <a:pt x="0" y="239"/>
                  <a:pt x="72" y="286"/>
                  <a:pt x="167" y="286"/>
                </a:cubicBezTo>
                <a:lnTo>
                  <a:pt x="1191" y="286"/>
                </a:lnTo>
                <a:cubicBezTo>
                  <a:pt x="1286" y="286"/>
                  <a:pt x="1358" y="239"/>
                  <a:pt x="1358" y="144"/>
                </a:cubicBezTo>
                <a:cubicBezTo>
                  <a:pt x="1334" y="72"/>
                  <a:pt x="1286" y="1"/>
                  <a:pt x="1191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0" name="Google Shape;2808;p94">
            <a:extLst xmlns:a="http://schemas.openxmlformats.org/drawingml/2006/main">
              <a:ext uri="{FF2B5EF4-FFF2-40B4-BE49-F238E27FC236}">
                <a16:creationId xmlns:a16="http://schemas.microsoft.com/office/drawing/2014/main" id="{F73A84BD-EA2A-4D95-A6B3-BA2F7CC3F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240413" y="2231154"/>
            <a:ext cx="173796" cy="23030"/>
          </a:xfrm>
          <a:custGeom xmlns:a="http://schemas.openxmlformats.org/drawingml/2006/main">
            <a:rect l="l" t="t" r="r" b="b"/>
            <a:pathLst>
              <a:path w="2382" h="311">
                <a:moveTo>
                  <a:pt x="143" y="1"/>
                </a:moveTo>
                <a:cubicBezTo>
                  <a:pt x="72" y="1"/>
                  <a:pt x="0" y="72"/>
                  <a:pt x="0" y="143"/>
                </a:cubicBezTo>
                <a:cubicBezTo>
                  <a:pt x="0" y="239"/>
                  <a:pt x="72" y="310"/>
                  <a:pt x="143" y="310"/>
                </a:cubicBezTo>
                <a:lnTo>
                  <a:pt x="2215" y="310"/>
                </a:lnTo>
                <a:cubicBezTo>
                  <a:pt x="2310" y="310"/>
                  <a:pt x="2382" y="239"/>
                  <a:pt x="2382" y="143"/>
                </a:cubicBezTo>
                <a:cubicBezTo>
                  <a:pt x="2382" y="72"/>
                  <a:pt x="2310" y="1"/>
                  <a:pt x="2215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1" name="Google Shape;2809;p94">
            <a:extLst xmlns:a="http://schemas.openxmlformats.org/drawingml/2006/main">
              <a:ext uri="{FF2B5EF4-FFF2-40B4-BE49-F238E27FC236}">
                <a16:creationId xmlns:a16="http://schemas.microsoft.com/office/drawing/2014/main" id="{790C7646-D6B3-419D-BDF3-09F1AA2B3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240413" y="1903160"/>
            <a:ext cx="36555" cy="22957"/>
          </a:xfrm>
          <a:custGeom xmlns:a="http://schemas.openxmlformats.org/drawingml/2006/main">
            <a:rect l="l" t="t" r="r" b="b"/>
            <a:pathLst>
              <a:path w="501" h="310">
                <a:moveTo>
                  <a:pt x="143" y="0"/>
                </a:moveTo>
                <a:cubicBezTo>
                  <a:pt x="72" y="0"/>
                  <a:pt x="0" y="72"/>
                  <a:pt x="0" y="143"/>
                </a:cubicBezTo>
                <a:cubicBezTo>
                  <a:pt x="0" y="238"/>
                  <a:pt x="72" y="310"/>
                  <a:pt x="143" y="310"/>
                </a:cubicBezTo>
                <a:lnTo>
                  <a:pt x="334" y="310"/>
                </a:lnTo>
                <a:cubicBezTo>
                  <a:pt x="429" y="310"/>
                  <a:pt x="500" y="238"/>
                  <a:pt x="500" y="143"/>
                </a:cubicBezTo>
                <a:cubicBezTo>
                  <a:pt x="500" y="72"/>
                  <a:pt x="429" y="0"/>
                  <a:pt x="334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2" name="Google Shape;2810;p94">
            <a:extLst xmlns:a="http://schemas.openxmlformats.org/drawingml/2006/main">
              <a:ext uri="{FF2B5EF4-FFF2-40B4-BE49-F238E27FC236}">
                <a16:creationId xmlns:a16="http://schemas.microsoft.com/office/drawing/2014/main" id="{8FB3E07A-5D5E-4301-807A-B5A2E2778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294259" y="1903160"/>
            <a:ext cx="119950" cy="22957"/>
          </a:xfrm>
          <a:custGeom xmlns:a="http://schemas.openxmlformats.org/drawingml/2006/main">
            <a:rect l="l" t="t" r="r" b="b"/>
            <a:pathLst>
              <a:path w="1644" h="310">
                <a:moveTo>
                  <a:pt x="143" y="0"/>
                </a:moveTo>
                <a:cubicBezTo>
                  <a:pt x="72" y="0"/>
                  <a:pt x="1" y="72"/>
                  <a:pt x="1" y="143"/>
                </a:cubicBezTo>
                <a:cubicBezTo>
                  <a:pt x="1" y="238"/>
                  <a:pt x="72" y="310"/>
                  <a:pt x="143" y="310"/>
                </a:cubicBezTo>
                <a:lnTo>
                  <a:pt x="1477" y="310"/>
                </a:lnTo>
                <a:cubicBezTo>
                  <a:pt x="1572" y="310"/>
                  <a:pt x="1644" y="238"/>
                  <a:pt x="1644" y="143"/>
                </a:cubicBezTo>
                <a:cubicBezTo>
                  <a:pt x="1644" y="72"/>
                  <a:pt x="1572" y="0"/>
                  <a:pt x="1477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3" name="Google Shape;2811;p94">
            <a:extLst xmlns:a="http://schemas.openxmlformats.org/drawingml/2006/main">
              <a:ext uri="{FF2B5EF4-FFF2-40B4-BE49-F238E27FC236}">
                <a16:creationId xmlns:a16="http://schemas.microsoft.com/office/drawing/2014/main" id="{EC9E0779-D157-4AE3-A4AE-1572197E3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240413" y="1943669"/>
            <a:ext cx="173796" cy="21254"/>
          </a:xfrm>
          <a:custGeom xmlns:a="http://schemas.openxmlformats.org/drawingml/2006/main">
            <a:rect l="l" t="t" r="r" b="b"/>
            <a:pathLst>
              <a:path w="2382" h="287">
                <a:moveTo>
                  <a:pt x="143" y="1"/>
                </a:moveTo>
                <a:cubicBezTo>
                  <a:pt x="72" y="1"/>
                  <a:pt x="0" y="48"/>
                  <a:pt x="0" y="144"/>
                </a:cubicBezTo>
                <a:cubicBezTo>
                  <a:pt x="0" y="215"/>
                  <a:pt x="72" y="287"/>
                  <a:pt x="143" y="287"/>
                </a:cubicBezTo>
                <a:lnTo>
                  <a:pt x="2215" y="287"/>
                </a:lnTo>
                <a:cubicBezTo>
                  <a:pt x="2310" y="287"/>
                  <a:pt x="2382" y="215"/>
                  <a:pt x="2382" y="144"/>
                </a:cubicBezTo>
                <a:cubicBezTo>
                  <a:pt x="2382" y="48"/>
                  <a:pt x="2310" y="1"/>
                  <a:pt x="2215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4" name="Google Shape;2812;p94">
            <a:extLst xmlns:a="http://schemas.openxmlformats.org/drawingml/2006/main">
              <a:ext uri="{FF2B5EF4-FFF2-40B4-BE49-F238E27FC236}">
                <a16:creationId xmlns:a16="http://schemas.microsoft.com/office/drawing/2014/main" id="{BCFE82E2-ACAF-448C-87DF-549848605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240413" y="2008912"/>
            <a:ext cx="173796" cy="141225"/>
          </a:xfrm>
          <a:custGeom xmlns:a="http://schemas.openxmlformats.org/drawingml/2006/main">
            <a:rect l="l" t="t" r="r" b="b"/>
            <a:pathLst>
              <a:path w="2382" h="1907">
                <a:moveTo>
                  <a:pt x="143" y="1"/>
                </a:moveTo>
                <a:cubicBezTo>
                  <a:pt x="48" y="1"/>
                  <a:pt x="0" y="49"/>
                  <a:pt x="0" y="144"/>
                </a:cubicBezTo>
                <a:lnTo>
                  <a:pt x="0" y="1763"/>
                </a:lnTo>
                <a:cubicBezTo>
                  <a:pt x="0" y="1835"/>
                  <a:pt x="72" y="1906"/>
                  <a:pt x="143" y="1906"/>
                </a:cubicBezTo>
                <a:lnTo>
                  <a:pt x="2215" y="1906"/>
                </a:lnTo>
                <a:cubicBezTo>
                  <a:pt x="2310" y="1906"/>
                  <a:pt x="2382" y="1835"/>
                  <a:pt x="2382" y="1763"/>
                </a:cubicBezTo>
                <a:cubicBezTo>
                  <a:pt x="2382" y="1668"/>
                  <a:pt x="2310" y="1597"/>
                  <a:pt x="2215" y="1597"/>
                </a:cubicBezTo>
                <a:lnTo>
                  <a:pt x="1858" y="1597"/>
                </a:lnTo>
                <a:lnTo>
                  <a:pt x="1858" y="311"/>
                </a:lnTo>
                <a:cubicBezTo>
                  <a:pt x="1858" y="239"/>
                  <a:pt x="1786" y="168"/>
                  <a:pt x="1715" y="168"/>
                </a:cubicBezTo>
                <a:cubicBezTo>
                  <a:pt x="1644" y="168"/>
                  <a:pt x="1572" y="239"/>
                  <a:pt x="1572" y="311"/>
                </a:cubicBezTo>
                <a:lnTo>
                  <a:pt x="1572" y="1597"/>
                </a:lnTo>
                <a:lnTo>
                  <a:pt x="1334" y="1597"/>
                </a:lnTo>
                <a:lnTo>
                  <a:pt x="1334" y="1120"/>
                </a:lnTo>
                <a:cubicBezTo>
                  <a:pt x="1334" y="1049"/>
                  <a:pt x="1263" y="977"/>
                  <a:pt x="1191" y="977"/>
                </a:cubicBezTo>
                <a:cubicBezTo>
                  <a:pt x="1096" y="977"/>
                  <a:pt x="1024" y="1049"/>
                  <a:pt x="1024" y="1120"/>
                </a:cubicBezTo>
                <a:lnTo>
                  <a:pt x="1024" y="1597"/>
                </a:lnTo>
                <a:lnTo>
                  <a:pt x="786" y="1597"/>
                </a:lnTo>
                <a:lnTo>
                  <a:pt x="786" y="763"/>
                </a:lnTo>
                <a:cubicBezTo>
                  <a:pt x="786" y="668"/>
                  <a:pt x="739" y="596"/>
                  <a:pt x="643" y="596"/>
                </a:cubicBezTo>
                <a:cubicBezTo>
                  <a:pt x="572" y="596"/>
                  <a:pt x="500" y="668"/>
                  <a:pt x="500" y="763"/>
                </a:cubicBezTo>
                <a:lnTo>
                  <a:pt x="500" y="1597"/>
                </a:lnTo>
                <a:lnTo>
                  <a:pt x="286" y="1597"/>
                </a:lnTo>
                <a:lnTo>
                  <a:pt x="286" y="144"/>
                </a:lnTo>
                <a:cubicBezTo>
                  <a:pt x="286" y="72"/>
                  <a:pt x="215" y="1"/>
                  <a:pt x="143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5" name="Google Shape;2813;p94">
            <a:extLst xmlns:a="http://schemas.openxmlformats.org/drawingml/2006/main">
              <a:ext uri="{FF2B5EF4-FFF2-40B4-BE49-F238E27FC236}">
                <a16:creationId xmlns:a16="http://schemas.microsoft.com/office/drawing/2014/main" id="{FC69A224-7204-4F13-827A-8F6CFF13C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833790" y="1885460"/>
            <a:ext cx="364959" cy="370429"/>
          </a:xfrm>
          <a:custGeom xmlns:a="http://schemas.openxmlformats.org/drawingml/2006/main">
            <a:rect l="l" t="t" r="r" b="b"/>
            <a:pathLst>
              <a:path w="5002" h="5002">
                <a:moveTo>
                  <a:pt x="2501" y="1215"/>
                </a:moveTo>
                <a:cubicBezTo>
                  <a:pt x="3216" y="1215"/>
                  <a:pt x="3811" y="1787"/>
                  <a:pt x="3811" y="2501"/>
                </a:cubicBezTo>
                <a:cubicBezTo>
                  <a:pt x="3811" y="3240"/>
                  <a:pt x="3216" y="3811"/>
                  <a:pt x="2501" y="3811"/>
                </a:cubicBezTo>
                <a:cubicBezTo>
                  <a:pt x="1787" y="3811"/>
                  <a:pt x="1215" y="3216"/>
                  <a:pt x="1215" y="2501"/>
                </a:cubicBezTo>
                <a:cubicBezTo>
                  <a:pt x="1215" y="1787"/>
                  <a:pt x="1787" y="1215"/>
                  <a:pt x="2501" y="1215"/>
                </a:cubicBezTo>
                <a:close/>
                <a:moveTo>
                  <a:pt x="4692" y="2668"/>
                </a:moveTo>
                <a:cubicBezTo>
                  <a:pt x="4668" y="3121"/>
                  <a:pt x="4502" y="3549"/>
                  <a:pt x="4216" y="3883"/>
                </a:cubicBezTo>
                <a:lnTo>
                  <a:pt x="3787" y="3454"/>
                </a:lnTo>
                <a:cubicBezTo>
                  <a:pt x="3954" y="3216"/>
                  <a:pt x="4073" y="2954"/>
                  <a:pt x="4097" y="2668"/>
                </a:cubicBezTo>
                <a:close/>
                <a:moveTo>
                  <a:pt x="2358" y="311"/>
                </a:moveTo>
                <a:lnTo>
                  <a:pt x="2358" y="930"/>
                </a:lnTo>
                <a:cubicBezTo>
                  <a:pt x="1549" y="1001"/>
                  <a:pt x="906" y="1692"/>
                  <a:pt x="906" y="2501"/>
                </a:cubicBezTo>
                <a:cubicBezTo>
                  <a:pt x="906" y="3383"/>
                  <a:pt x="1620" y="4097"/>
                  <a:pt x="2501" y="4097"/>
                </a:cubicBezTo>
                <a:cubicBezTo>
                  <a:pt x="2930" y="4097"/>
                  <a:pt x="3311" y="3954"/>
                  <a:pt x="3597" y="3668"/>
                </a:cubicBezTo>
                <a:cubicBezTo>
                  <a:pt x="3740" y="3811"/>
                  <a:pt x="3883" y="3954"/>
                  <a:pt x="4025" y="4097"/>
                </a:cubicBezTo>
                <a:cubicBezTo>
                  <a:pt x="3644" y="4478"/>
                  <a:pt x="3097" y="4716"/>
                  <a:pt x="2501" y="4716"/>
                </a:cubicBezTo>
                <a:cubicBezTo>
                  <a:pt x="1287" y="4716"/>
                  <a:pt x="310" y="3716"/>
                  <a:pt x="310" y="2501"/>
                </a:cubicBezTo>
                <a:cubicBezTo>
                  <a:pt x="310" y="1335"/>
                  <a:pt x="1215" y="382"/>
                  <a:pt x="2358" y="311"/>
                </a:cubicBezTo>
                <a:close/>
                <a:moveTo>
                  <a:pt x="2501" y="1"/>
                </a:moveTo>
                <a:cubicBezTo>
                  <a:pt x="1120" y="1"/>
                  <a:pt x="1" y="1144"/>
                  <a:pt x="1" y="2501"/>
                </a:cubicBezTo>
                <a:cubicBezTo>
                  <a:pt x="1" y="3883"/>
                  <a:pt x="1120" y="5002"/>
                  <a:pt x="2501" y="5002"/>
                </a:cubicBezTo>
                <a:cubicBezTo>
                  <a:pt x="3883" y="5002"/>
                  <a:pt x="5002" y="3883"/>
                  <a:pt x="5002" y="2501"/>
                </a:cubicBezTo>
                <a:cubicBezTo>
                  <a:pt x="5002" y="1978"/>
                  <a:pt x="4835" y="1477"/>
                  <a:pt x="4526" y="1049"/>
                </a:cubicBezTo>
                <a:cubicBezTo>
                  <a:pt x="4499" y="1009"/>
                  <a:pt x="4459" y="992"/>
                  <a:pt x="4415" y="992"/>
                </a:cubicBezTo>
                <a:cubicBezTo>
                  <a:pt x="4380" y="992"/>
                  <a:pt x="4343" y="1004"/>
                  <a:pt x="4311" y="1025"/>
                </a:cubicBezTo>
                <a:cubicBezTo>
                  <a:pt x="4264" y="1073"/>
                  <a:pt x="4240" y="1144"/>
                  <a:pt x="4287" y="1215"/>
                </a:cubicBezTo>
                <a:cubicBezTo>
                  <a:pt x="4526" y="1549"/>
                  <a:pt x="4668" y="1954"/>
                  <a:pt x="4692" y="2359"/>
                </a:cubicBezTo>
                <a:lnTo>
                  <a:pt x="4097" y="2359"/>
                </a:lnTo>
                <a:cubicBezTo>
                  <a:pt x="4025" y="1597"/>
                  <a:pt x="3406" y="1001"/>
                  <a:pt x="2644" y="930"/>
                </a:cubicBezTo>
                <a:lnTo>
                  <a:pt x="2644" y="311"/>
                </a:lnTo>
                <a:cubicBezTo>
                  <a:pt x="3097" y="334"/>
                  <a:pt x="3501" y="501"/>
                  <a:pt x="3859" y="787"/>
                </a:cubicBezTo>
                <a:cubicBezTo>
                  <a:pt x="3886" y="805"/>
                  <a:pt x="3917" y="813"/>
                  <a:pt x="3947" y="813"/>
                </a:cubicBezTo>
                <a:cubicBezTo>
                  <a:pt x="3996" y="813"/>
                  <a:pt x="4044" y="792"/>
                  <a:pt x="4073" y="763"/>
                </a:cubicBezTo>
                <a:cubicBezTo>
                  <a:pt x="4121" y="692"/>
                  <a:pt x="4121" y="596"/>
                  <a:pt x="4049" y="549"/>
                </a:cubicBezTo>
                <a:cubicBezTo>
                  <a:pt x="3597" y="191"/>
                  <a:pt x="3073" y="1"/>
                  <a:pt x="2501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6" name="Google Shape;2814;p94">
            <a:extLst xmlns:a="http://schemas.openxmlformats.org/drawingml/2006/main">
              <a:ext uri="{FF2B5EF4-FFF2-40B4-BE49-F238E27FC236}">
                <a16:creationId xmlns:a16="http://schemas.microsoft.com/office/drawing/2014/main" id="{CC942708-1EED-4719-A7AB-15E25B610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844225" y="2227156"/>
            <a:ext cx="52240" cy="37620"/>
          </a:xfrm>
          <a:custGeom xmlns:a="http://schemas.openxmlformats.org/drawingml/2006/main">
            <a:rect l="l" t="t" r="r" b="b"/>
            <a:pathLst>
              <a:path w="716" h="508">
                <a:moveTo>
                  <a:pt x="167" y="1"/>
                </a:moveTo>
                <a:cubicBezTo>
                  <a:pt x="132" y="1"/>
                  <a:pt x="96" y="19"/>
                  <a:pt x="72" y="55"/>
                </a:cubicBezTo>
                <a:cubicBezTo>
                  <a:pt x="1" y="102"/>
                  <a:pt x="1" y="197"/>
                  <a:pt x="72" y="245"/>
                </a:cubicBezTo>
                <a:lnTo>
                  <a:pt x="263" y="459"/>
                </a:lnTo>
                <a:cubicBezTo>
                  <a:pt x="286" y="483"/>
                  <a:pt x="334" y="507"/>
                  <a:pt x="358" y="507"/>
                </a:cubicBezTo>
                <a:cubicBezTo>
                  <a:pt x="405" y="507"/>
                  <a:pt x="429" y="483"/>
                  <a:pt x="477" y="459"/>
                </a:cubicBezTo>
                <a:lnTo>
                  <a:pt x="667" y="245"/>
                </a:lnTo>
                <a:cubicBezTo>
                  <a:pt x="715" y="197"/>
                  <a:pt x="715" y="102"/>
                  <a:pt x="667" y="55"/>
                </a:cubicBezTo>
                <a:cubicBezTo>
                  <a:pt x="632" y="19"/>
                  <a:pt x="590" y="1"/>
                  <a:pt x="551" y="1"/>
                </a:cubicBezTo>
                <a:cubicBezTo>
                  <a:pt x="513" y="1"/>
                  <a:pt x="477" y="19"/>
                  <a:pt x="453" y="55"/>
                </a:cubicBezTo>
                <a:lnTo>
                  <a:pt x="358" y="150"/>
                </a:lnTo>
                <a:lnTo>
                  <a:pt x="263" y="55"/>
                </a:lnTo>
                <a:cubicBezTo>
                  <a:pt x="239" y="19"/>
                  <a:pt x="203" y="1"/>
                  <a:pt x="167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7" name="Google Shape;2815;p94">
            <a:extLst xmlns:a="http://schemas.openxmlformats.org/drawingml/2006/main">
              <a:ext uri="{FF2B5EF4-FFF2-40B4-BE49-F238E27FC236}">
                <a16:creationId xmlns:a16="http://schemas.microsoft.com/office/drawing/2014/main" id="{75757593-004B-4B1D-8138-0CAB416EC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037138" y="2075044"/>
            <a:ext cx="52169" cy="36287"/>
          </a:xfrm>
          <a:custGeom xmlns:a="http://schemas.openxmlformats.org/drawingml/2006/main">
            <a:rect l="l" t="t" r="r" b="b"/>
            <a:pathLst>
              <a:path w="715" h="490">
                <a:moveTo>
                  <a:pt x="164" y="1"/>
                </a:moveTo>
                <a:cubicBezTo>
                  <a:pt x="125" y="1"/>
                  <a:pt x="83" y="13"/>
                  <a:pt x="48" y="37"/>
                </a:cubicBezTo>
                <a:cubicBezTo>
                  <a:pt x="0" y="84"/>
                  <a:pt x="0" y="180"/>
                  <a:pt x="48" y="251"/>
                </a:cubicBezTo>
                <a:lnTo>
                  <a:pt x="238" y="442"/>
                </a:lnTo>
                <a:cubicBezTo>
                  <a:pt x="286" y="465"/>
                  <a:pt x="310" y="489"/>
                  <a:pt x="357" y="489"/>
                </a:cubicBezTo>
                <a:cubicBezTo>
                  <a:pt x="381" y="489"/>
                  <a:pt x="429" y="465"/>
                  <a:pt x="453" y="442"/>
                </a:cubicBezTo>
                <a:lnTo>
                  <a:pt x="667" y="251"/>
                </a:lnTo>
                <a:cubicBezTo>
                  <a:pt x="714" y="180"/>
                  <a:pt x="714" y="84"/>
                  <a:pt x="667" y="37"/>
                </a:cubicBezTo>
                <a:cubicBezTo>
                  <a:pt x="631" y="13"/>
                  <a:pt x="589" y="1"/>
                  <a:pt x="551" y="1"/>
                </a:cubicBezTo>
                <a:cubicBezTo>
                  <a:pt x="512" y="1"/>
                  <a:pt x="476" y="13"/>
                  <a:pt x="453" y="37"/>
                </a:cubicBezTo>
                <a:lnTo>
                  <a:pt x="357" y="132"/>
                </a:lnTo>
                <a:lnTo>
                  <a:pt x="262" y="37"/>
                </a:lnTo>
                <a:cubicBezTo>
                  <a:pt x="238" y="13"/>
                  <a:pt x="202" y="1"/>
                  <a:pt x="164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8" name="Google Shape;2816;p94">
            <a:extLst xmlns:a="http://schemas.openxmlformats.org/drawingml/2006/main">
              <a:ext uri="{FF2B5EF4-FFF2-40B4-BE49-F238E27FC236}">
                <a16:creationId xmlns:a16="http://schemas.microsoft.com/office/drawing/2014/main" id="{E064EA9E-2DFD-4EA3-B711-1609C3E46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151762" y="1905752"/>
            <a:ext cx="52240" cy="36287"/>
          </a:xfrm>
          <a:custGeom xmlns:a="http://schemas.openxmlformats.org/drawingml/2006/main">
            <a:rect l="l" t="t" r="r" b="b"/>
            <a:pathLst>
              <a:path w="716" h="490">
                <a:moveTo>
                  <a:pt x="168" y="1"/>
                </a:moveTo>
                <a:cubicBezTo>
                  <a:pt x="132" y="1"/>
                  <a:pt x="96" y="13"/>
                  <a:pt x="72" y="37"/>
                </a:cubicBezTo>
                <a:cubicBezTo>
                  <a:pt x="1" y="84"/>
                  <a:pt x="1" y="179"/>
                  <a:pt x="72" y="251"/>
                </a:cubicBezTo>
                <a:lnTo>
                  <a:pt x="263" y="441"/>
                </a:lnTo>
                <a:cubicBezTo>
                  <a:pt x="287" y="465"/>
                  <a:pt x="310" y="489"/>
                  <a:pt x="358" y="489"/>
                </a:cubicBezTo>
                <a:cubicBezTo>
                  <a:pt x="406" y="489"/>
                  <a:pt x="429" y="465"/>
                  <a:pt x="453" y="441"/>
                </a:cubicBezTo>
                <a:lnTo>
                  <a:pt x="668" y="251"/>
                </a:lnTo>
                <a:cubicBezTo>
                  <a:pt x="715" y="179"/>
                  <a:pt x="715" y="84"/>
                  <a:pt x="668" y="37"/>
                </a:cubicBezTo>
                <a:cubicBezTo>
                  <a:pt x="632" y="13"/>
                  <a:pt x="590" y="1"/>
                  <a:pt x="552" y="1"/>
                </a:cubicBezTo>
                <a:cubicBezTo>
                  <a:pt x="513" y="1"/>
                  <a:pt x="477" y="13"/>
                  <a:pt x="453" y="37"/>
                </a:cubicBezTo>
                <a:lnTo>
                  <a:pt x="358" y="132"/>
                </a:lnTo>
                <a:lnTo>
                  <a:pt x="263" y="37"/>
                </a:lnTo>
                <a:cubicBezTo>
                  <a:pt x="239" y="13"/>
                  <a:pt x="203" y="1"/>
                  <a:pt x="168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8" name="Скругленный прямоугольник 17">
            <a:extLst xmlns:a="http://schemas.openxmlformats.org/drawingml/2006/main"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7010" y="1396603"/>
            <a:ext cx="1504594" cy="1401168"/>
          </a:xfrm>
          <a:prstGeom xmlns:a="http://schemas.openxmlformats.org/drawingml/2006/main" prst="roundRect">
            <a:avLst/>
          </a:prstGeom>
          <a:noFill xmlns:a="http://schemas.openxmlformats.org/drawingml/2006/main"/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21226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КАК МЫ СОЗДАЁМ СИНТЕТИКУ</a:t>
            </a:r>
            <a:endParaRPr/>
          </a:p>
        </p:txBody>
      </p:sp>
      <p:cxnSp>
        <p:nvCxnSpPr>
          <p:cNvPr id="348" name="Google Shape;2799;p94"/>
          <p:cNvCxnSpPr/>
          <p:nvPr/>
        </p:nvCxnSpPr>
        <p:spPr>
          <a:xfrm xmlns:a="http://schemas.openxmlformats.org/drawingml/2006/main" flipV="1">
            <a:off x="6843165" y="2119165"/>
            <a:ext cx="2489934" cy="12489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headEnd type="none" w="med" len="med"/>
            <a:tailEnd type="none" w="med" len="me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</p:sld>
</file>

<file path=ppt/slides/slide11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3f5b3023a7e948d2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Скругленный 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64C56CA4-DEF9-5625-89CB-6C07486C2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111828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5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pic>
        <p:nvPicPr>
          <p:cNvPr id="12" name="Рисунок 1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530353073e4715"/>
          <a:stretch xmlns:a="http://schemas.openxmlformats.org/drawingml/2006/main"/>
        </p:blipFill>
        <p:spPr>
          <a:xfrm xmlns:a="http://schemas.openxmlformats.org/drawingml/2006/main">
            <a:off x="2861733" y="1000125"/>
            <a:ext cx="6468533" cy="3638550"/>
          </a:xfrm>
          <a:prstGeom xmlns:a="http://schemas.openxmlformats.org/drawingml/2006/main" prst="rect">
            <a:avLst/>
          </a:prstGeom>
        </p:spPr>
      </p:pic>
      <p:sp>
        <p:nvSpPr>
          <p:cNvPr id="7" name="Номер слайда 6">
            <a:extLst xmlns:a="http://schemas.openxmlformats.org/drawingml/2006/main">
              <a:ext uri="{FF2B5EF4-FFF2-40B4-BE49-F238E27FC236}">
                <a16:creationId xmlns:a16="http://schemas.microsoft.com/office/drawing/2014/main" id="{752D5942-B353-44B0-BA5B-56640646D1D1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0394428-F1DC-E5F6-DB0C-7DE31F3D8A23}" type="slidenum">
              <a:rPr>
                <a:solidFill>
                  <a:schemeClr val="accent5"/>
                </a:solidFill>
              </a:rPr>
              <a:t>11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DC247253-002A-413B-B1BF-2661F6820C79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РЕАЛЬНОЕ ОБЛАКО ТОЧЕК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3 синхронных ракурса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E1719752-EED6-4EE5-BE5A-FB401278B984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3 ГОТОВЫХ СЦЕНАРИЯ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можно без загрузки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6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A616E677-DB7C-4B76-AAC0-44E0CBDD2CA4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ГАБАРИТ И КОМПОНЕНТЫ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режимы · ход решений · объяснение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9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3F4D2037-46B3-D253-D9E2-75E4F6E77AE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21226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ДЕМО: РЕШЕНИЕ В ДЕТАЛЯХ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099989456"/>
      </p:ext>
    </p:extLst>
  </p:cSld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2026-09-29T16:50:34.3160000Z</dcterms:created>
  <dcterms:modified xsi:type="dcterms:W3CDTF">2026-09-29T16:50:34.3170000Z</dcterms:modified>
</coreProperties>
</file>