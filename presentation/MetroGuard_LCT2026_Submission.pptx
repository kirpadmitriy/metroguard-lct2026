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674c8b94bd4e6b" /><Relationship Type="http://schemas.openxmlformats.org/officeDocument/2006/relationships/extended-properties" Target="/docProps/app.xml" Id="Rdd9b97d9457d49ee" /><Relationship Type="http://schemas.openxmlformats.org/officeDocument/2006/relationships/officeDocument" Target="/ppt/presentation.xml" Id="R8a5138c4ed5f48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f65e4d60284f57"/>
  </p:sldMasterIdLst>
  <p:notesMasterIdLst>
    <p:notesMasterId xmlns:r="http://schemas.openxmlformats.org/officeDocument/2006/relationships" r:id="R6bd6594137ec4038"/>
  </p:notesMasterIdLst>
  <p:sldIdLst>
    <p:sldId xmlns:r="http://schemas.openxmlformats.org/officeDocument/2006/relationships" id="256" r:id="R20f23f6939774b40"/>
    <p:sldId xmlns:r="http://schemas.openxmlformats.org/officeDocument/2006/relationships" id="257" r:id="Rc01eee12fb02451e"/>
    <p:sldId xmlns:r="http://schemas.openxmlformats.org/officeDocument/2006/relationships" id="258" r:id="R89ac79273e984a44"/>
    <p:sldId xmlns:r="http://schemas.openxmlformats.org/officeDocument/2006/relationships" id="259" r:id="R344ffd25624f4cb8"/>
    <p:sldId xmlns:r="http://schemas.openxmlformats.org/officeDocument/2006/relationships" id="260" r:id="R3c3dd2c4934d4492"/>
    <p:sldId xmlns:r="http://schemas.openxmlformats.org/officeDocument/2006/relationships" id="261" r:id="Rd860bad24e894882"/>
    <p:sldId xmlns:r="http://schemas.openxmlformats.org/officeDocument/2006/relationships" id="262" r:id="Rb3285da48649402a"/>
    <p:sldId xmlns:r="http://schemas.openxmlformats.org/officeDocument/2006/relationships" id="263" r:id="R38649fcba3294c81"/>
    <p:sldId xmlns:r="http://schemas.openxmlformats.org/officeDocument/2006/relationships" id="264" r:id="R4fdd5df3405c4333"/>
    <p:sldId xmlns:r="http://schemas.openxmlformats.org/officeDocument/2006/relationships" id="265" r:id="Rfb3df2aea30d4d91"/>
    <p:sldId xmlns:r="http://schemas.openxmlformats.org/officeDocument/2006/relationships" id="266" r:id="R785c5d328eb44467"/>
    <p:sldId xmlns:r="http://schemas.openxmlformats.org/officeDocument/2006/relationships" id="267" r:id="R16a237bbea8b42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60043d360e41c5" /><Relationship Type="http://schemas.openxmlformats.org/officeDocument/2006/relationships/slideMaster" Target="/ppt/slideMasters/slideMaster1.xml" Id="R2df65e4d60284f57" /><Relationship Type="http://schemas.openxmlformats.org/officeDocument/2006/relationships/notesMaster" Target="/ppt/notesMasters/notesMaster1.xml" Id="R6bd6594137ec4038" /><Relationship Type="http://schemas.openxmlformats.org/officeDocument/2006/relationships/presProps" Target="/ppt/presProps.xml" Id="Rff4e0afb520949ed" /><Relationship Type="http://schemas.openxmlformats.org/officeDocument/2006/relationships/viewProps" Target="/ppt/viewProps.xml" Id="Rb094aa12d31b49e0" /><Relationship Type="http://schemas.openxmlformats.org/officeDocument/2006/relationships/tableStyles" Target="/ppt/tableStyles.xml" Id="R19e1382bfc5b4a1a" /><Relationship Type="http://schemas.openxmlformats.org/officeDocument/2006/relationships/slide" Target="/ppt/slides/slide1.xml" Id="R20f23f6939774b40" /><Relationship Type="http://schemas.openxmlformats.org/officeDocument/2006/relationships/slide" Target="/ppt/slides/slide2.xml" Id="Rc01eee12fb02451e" /><Relationship Type="http://schemas.openxmlformats.org/officeDocument/2006/relationships/slide" Target="/ppt/slides/slide3.xml" Id="R89ac79273e984a44" /><Relationship Type="http://schemas.openxmlformats.org/officeDocument/2006/relationships/slide" Target="/ppt/slides/slide4.xml" Id="R344ffd25624f4cb8" /><Relationship Type="http://schemas.openxmlformats.org/officeDocument/2006/relationships/slide" Target="/ppt/slides/slide5.xml" Id="R3c3dd2c4934d4492" /><Relationship Type="http://schemas.openxmlformats.org/officeDocument/2006/relationships/slide" Target="/ppt/slides/slide6.xml" Id="Rd860bad24e894882" /><Relationship Type="http://schemas.openxmlformats.org/officeDocument/2006/relationships/slide" Target="/ppt/slides/slide7.xml" Id="Rb3285da48649402a" /><Relationship Type="http://schemas.openxmlformats.org/officeDocument/2006/relationships/slide" Target="/ppt/slides/slide8.xml" Id="R38649fcba3294c81" /><Relationship Type="http://schemas.openxmlformats.org/officeDocument/2006/relationships/slide" Target="/ppt/slides/slide9.xml" Id="R4fdd5df3405c4333" /><Relationship Type="http://schemas.openxmlformats.org/officeDocument/2006/relationships/slide" Target="/ppt/slides/slide10.xml" Id="Rfb3df2aea30d4d91" /><Relationship Type="http://schemas.openxmlformats.org/officeDocument/2006/relationships/slide" Target="/ppt/slides/slide11.xml" Id="R785c5d328eb44467" /><Relationship Type="http://schemas.openxmlformats.org/officeDocument/2006/relationships/slide" Target="/ppt/slides/slide12.xml" Id="R16a237bbea8b42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280ee3e3be4c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42c6588f8b413c" /><Relationship Type="http://schemas.openxmlformats.org/officeDocument/2006/relationships/notesMaster" Target="/ppt/notesMasters/notesMaster1.xml" Id="R7308043a517d43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e819a716a74338" /><Relationship Type="http://schemas.openxmlformats.org/officeDocument/2006/relationships/notesMaster" Target="/ppt/notesMasters/notesMaster1.xml" Id="R61541b10a9e942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6a1557d90a4081" /><Relationship Type="http://schemas.openxmlformats.org/officeDocument/2006/relationships/notesMaster" Target="/ppt/notesMasters/notesMaster1.xml" Id="R9f5ace5d387f41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5f57c66f7441fd" /><Relationship Type="http://schemas.openxmlformats.org/officeDocument/2006/relationships/notesMaster" Target="/ppt/notesMasters/notesMaster1.xml" Id="Re1c4168adb524d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8239192fc148c3" /><Relationship Type="http://schemas.openxmlformats.org/officeDocument/2006/relationships/notesMaster" Target="/ppt/notesMasters/notesMaster1.xml" Id="Reb8ff731b55344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273db85dda4af5" /><Relationship Type="http://schemas.openxmlformats.org/officeDocument/2006/relationships/notesMaster" Target="/ppt/notesMasters/notesMaster1.xml" Id="R5bac391da3554b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6bb3d54c184f33" /><Relationship Type="http://schemas.openxmlformats.org/officeDocument/2006/relationships/notesMaster" Target="/ppt/notesMasters/notesMaster1.xml" Id="R6ee6226162c749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f91bd976904271" /><Relationship Type="http://schemas.openxmlformats.org/officeDocument/2006/relationships/notesMaster" Target="/ppt/notesMasters/notesMaster1.xml" Id="R88a28448ec804d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a2986e7577423a" /><Relationship Type="http://schemas.openxmlformats.org/officeDocument/2006/relationships/notesMaster" Target="/ppt/notesMasters/notesMaster1.xml" Id="Rc781bb5c81f844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f3be409b2c426a" /><Relationship Type="http://schemas.openxmlformats.org/officeDocument/2006/relationships/notesMaster" Target="/ppt/notesMasters/notesMaster1.xml" Id="R6f863e90f0094d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fbad82bf8f458c" /><Relationship Type="http://schemas.openxmlformats.org/officeDocument/2006/relationships/notesMaster" Target="/ppt/notesMasters/notesMaster1.xml" Id="R0a477bddb77b40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fa83dfb0a74b0e" /><Relationship Type="http://schemas.openxmlformats.org/officeDocument/2006/relationships/notesMaster" Target="/ppt/notesMasters/notesMaster1.xml" Id="R70173a75208f48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Confirmed local identity: llmem_with_topics.pptx</a:t>
            </a:r>
            <a:endParaRPr/>
          </a:p>
          <a:p xmlns:a="http://schemas.openxmlformats.org/drawingml/2006/main">
            <a:r>
              <a:t>- Team roster requires owner confirmation before submission if more members exist.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completed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- 77 tests = 64 lidar_geometry + 13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d9d5d53ea84f4f" /><Relationship Type="http://schemas.openxmlformats.org/officeDocument/2006/relationships/image" Target="/ppt/media/image2.png" Id="R48d0b8ff5f384b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04561cc6e4e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aee9753c646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3957fe9f844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30c936825437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de310c328442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722dbea5d4d4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fb64faaeee40f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cf37747bf847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60ea21c4794cc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4b42ec37940f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575d7ba594d9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7ae7a34aa2424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752aca07354b8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9f5b020264dc6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185edc5ea3425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0c10b1efd8407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acde8bcb084c9a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bf3e7ab304b0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d676253194b9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91fd1a5fe8485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b57356808d4f1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20f97828924c4c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48d0b8ff5f384b4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ad655005e384476f" /><Relationship Type="http://schemas.openxmlformats.org/officeDocument/2006/relationships/theme" Target="/ppt/slideMasters/theme/theme2.xml" Id="R25df0a1a8f8d4cb6" /><Relationship Type="http://schemas.openxmlformats.org/officeDocument/2006/relationships/slideLayout" Target="/ppt/slideLayouts/slideLayout1.xml" Id="R0a4bb4ede17f4600" /><Relationship Type="http://schemas.openxmlformats.org/officeDocument/2006/relationships/slideLayout" Target="/ppt/slideLayouts/slideLayout2.xml" Id="Rff315f1d17964c5e" /><Relationship Type="http://schemas.openxmlformats.org/officeDocument/2006/relationships/slideLayout" Target="/ppt/slideLayouts/slideLayout3.xml" Id="R3a79a2e7c8e94f72" /><Relationship Type="http://schemas.openxmlformats.org/officeDocument/2006/relationships/slideLayout" Target="/ppt/slideLayouts/slideLayout4.xml" Id="R891a7f91de0a4a0e" /><Relationship Type="http://schemas.openxmlformats.org/officeDocument/2006/relationships/slideLayout" Target="/ppt/slideLayouts/slideLayout5.xml" Id="R5973080558114597" /><Relationship Type="http://schemas.openxmlformats.org/officeDocument/2006/relationships/slideLayout" Target="/ppt/slideLayouts/slideLayout6.xml" Id="Ra28c932f06fd470e" /><Relationship Type="http://schemas.openxmlformats.org/officeDocument/2006/relationships/slideLayout" Target="/ppt/slideLayouts/slideLayout7.xml" Id="R3e86d237d2054d60" /><Relationship Type="http://schemas.openxmlformats.org/officeDocument/2006/relationships/slideLayout" Target="/ppt/slideLayouts/slideLayout8.xml" Id="Rd6333f37da1243e1" /><Relationship Type="http://schemas.openxmlformats.org/officeDocument/2006/relationships/slideLayout" Target="/ppt/slideLayouts/slideLayout9.xml" Id="R40f2f2c1add04288" /><Relationship Type="http://schemas.openxmlformats.org/officeDocument/2006/relationships/slideLayout" Target="/ppt/slideLayouts/slideLayout10.xml" Id="R4aa905520dcd4d4e" /><Relationship Type="http://schemas.openxmlformats.org/officeDocument/2006/relationships/slideLayout" Target="/ppt/slideLayouts/slideLayout11.xml" Id="R68de8fb24dad481e" /><Relationship Type="http://schemas.openxmlformats.org/officeDocument/2006/relationships/slideLayout" Target="/ppt/slideLayouts/slideLayout12.xml" Id="Rd74fb7f09c2d434b" /><Relationship Type="http://schemas.openxmlformats.org/officeDocument/2006/relationships/slideLayout" Target="/ppt/slideLayouts/slideLayout13.xml" Id="R7d0449b0fcb7492c" /><Relationship Type="http://schemas.openxmlformats.org/officeDocument/2006/relationships/slideLayout" Target="/ppt/slideLayouts/slideLayout14.xml" Id="Re89ce1464dbf4766" /><Relationship Type="http://schemas.openxmlformats.org/officeDocument/2006/relationships/slideLayout" Target="/ppt/slideLayouts/slideLayout15.xml" Id="Re933f261d5db4c32" /><Relationship Type="http://schemas.openxmlformats.org/officeDocument/2006/relationships/slideLayout" Target="/ppt/slideLayouts/slideLayout16.xml" Id="R41eafc11e6374aa4" /><Relationship Type="http://schemas.openxmlformats.org/officeDocument/2006/relationships/slideLayout" Target="/ppt/slideLayouts/slideLayout17.xml" Id="Rff8ce8de52b3440d" /><Relationship Type="http://schemas.openxmlformats.org/officeDocument/2006/relationships/slideLayout" Target="/ppt/slideLayouts/slideLayout18.xml" Id="Rc96802acd611456c" /><Relationship Type="http://schemas.openxmlformats.org/officeDocument/2006/relationships/slideLayout" Target="/ppt/slideLayouts/slideLayout19.xml" Id="Rf0057c8327c9449f" /><Relationship Type="http://schemas.openxmlformats.org/officeDocument/2006/relationships/slideLayout" Target="/ppt/slideLayouts/slideLayout20.xml" Id="Rf3eb613113b94b3d" /><Relationship Type="http://schemas.openxmlformats.org/officeDocument/2006/relationships/slideLayout" Target="/ppt/slideLayouts/slideLayout21.xml" Id="Re82c1def57c144a8" /><Relationship Type="http://schemas.openxmlformats.org/officeDocument/2006/relationships/slideLayout" Target="/ppt/slideLayouts/slideLayout22.xml" Id="Rea7b55091c244f77" /><Relationship Type="http://schemas.openxmlformats.org/officeDocument/2006/relationships/slideLayout" Target="/ppt/slideLayouts/slideLayout23.xml" Id="Rba31e753d6064135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d655005e38447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bb4ede17f4600"/>
    <p:sldLayoutId xmlns:r="http://schemas.openxmlformats.org/officeDocument/2006/relationships" id="2147483650" r:id="Rff315f1d17964c5e"/>
    <p:sldLayoutId xmlns:r="http://schemas.openxmlformats.org/officeDocument/2006/relationships" id="2147483651" r:id="R3a79a2e7c8e94f72"/>
    <p:sldLayoutId xmlns:r="http://schemas.openxmlformats.org/officeDocument/2006/relationships" id="2147483652" r:id="R891a7f91de0a4a0e"/>
    <p:sldLayoutId xmlns:r="http://schemas.openxmlformats.org/officeDocument/2006/relationships" id="2147483653" r:id="R5973080558114597"/>
    <p:sldLayoutId xmlns:r="http://schemas.openxmlformats.org/officeDocument/2006/relationships" id="2147483654" r:id="Ra28c932f06fd470e"/>
    <p:sldLayoutId xmlns:r="http://schemas.openxmlformats.org/officeDocument/2006/relationships" id="2147483655" r:id="R3e86d237d2054d60"/>
    <p:sldLayoutId xmlns:r="http://schemas.openxmlformats.org/officeDocument/2006/relationships" id="2147483656" r:id="Rd6333f37da1243e1"/>
    <p:sldLayoutId xmlns:r="http://schemas.openxmlformats.org/officeDocument/2006/relationships" id="2147483657" r:id="R40f2f2c1add04288"/>
    <p:sldLayoutId xmlns:r="http://schemas.openxmlformats.org/officeDocument/2006/relationships" id="2147483658" r:id="R4aa905520dcd4d4e"/>
    <p:sldLayoutId xmlns:r="http://schemas.openxmlformats.org/officeDocument/2006/relationships" id="2147483659" r:id="R68de8fb24dad481e"/>
    <p:sldLayoutId xmlns:r="http://schemas.openxmlformats.org/officeDocument/2006/relationships" id="2147483660" r:id="Rd74fb7f09c2d434b"/>
    <p:sldLayoutId xmlns:r="http://schemas.openxmlformats.org/officeDocument/2006/relationships" id="2147483661" r:id="R7d0449b0fcb7492c"/>
    <p:sldLayoutId xmlns:r="http://schemas.openxmlformats.org/officeDocument/2006/relationships" id="2147483662" r:id="Re89ce1464dbf4766"/>
    <p:sldLayoutId xmlns:r="http://schemas.openxmlformats.org/officeDocument/2006/relationships" id="2147483663" r:id="Re933f261d5db4c32"/>
    <p:sldLayoutId xmlns:r="http://schemas.openxmlformats.org/officeDocument/2006/relationships" id="2147483664" r:id="R41eafc11e6374aa4"/>
    <p:sldLayoutId xmlns:r="http://schemas.openxmlformats.org/officeDocument/2006/relationships" id="2147483665" r:id="Rff8ce8de52b3440d"/>
    <p:sldLayoutId xmlns:r="http://schemas.openxmlformats.org/officeDocument/2006/relationships" id="2147483666" r:id="Rc96802acd611456c"/>
    <p:sldLayoutId xmlns:r="http://schemas.openxmlformats.org/officeDocument/2006/relationships" id="2147483667" r:id="Rf0057c8327c9449f"/>
    <p:sldLayoutId xmlns:r="http://schemas.openxmlformats.org/officeDocument/2006/relationships" id="2147483668" r:id="Rf3eb613113b94b3d"/>
    <p:sldLayoutId xmlns:r="http://schemas.openxmlformats.org/officeDocument/2006/relationships" id="2147483669" r:id="Re82c1def57c144a8"/>
    <p:sldLayoutId xmlns:r="http://schemas.openxmlformats.org/officeDocument/2006/relationships" id="2147483670" r:id="Rea7b55091c244f77"/>
    <p:sldLayoutId xmlns:r="http://schemas.openxmlformats.org/officeDocument/2006/relationships" id="2147483671" r:id="Rba31e753d6064135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7228dd4a44f23" /><Relationship Type="http://schemas.openxmlformats.org/officeDocument/2006/relationships/notesSlide" Target="/ppt/notesSlides/notesSlide1.xml" Id="R47569cddfbe342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9cc6667f7e4f91" /><Relationship Type="http://schemas.openxmlformats.org/officeDocument/2006/relationships/image" Target="/ppt/media/image3.png" Id="Rfc27eb6d042c433c" /><Relationship Type="http://schemas.openxmlformats.org/officeDocument/2006/relationships/image" Target="/ppt/media/image4.png" Id="R3e67f9f5cff3431a" /><Relationship Type="http://schemas.openxmlformats.org/officeDocument/2006/relationships/notesSlide" Target="/ppt/notesSlides/notesSlide2.xml" Id="Rdbaef7ff71ea47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dcee6a3b5744544" /><Relationship Type="http://schemas.openxmlformats.org/officeDocument/2006/relationships/image" Target="/ppt/media/image.png" Id="Ra675de1f0f6d46e5" /><Relationship Type="http://schemas.openxmlformats.org/officeDocument/2006/relationships/notesSlide" Target="/ppt/notesSlides/notesSlide3.xml" Id="R5b8afab2c70a41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a970b4aa5b64049" /><Relationship Type="http://schemas.openxmlformats.org/officeDocument/2006/relationships/image" Target="/ppt/media/image5.png" Id="Re5100d0ac38f4000" /><Relationship Type="http://schemas.openxmlformats.org/officeDocument/2006/relationships/notesSlide" Target="/ppt/notesSlides/notesSlide4.xml" Id="Rb534239f2f5244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734ac0fd35c4bc7" /><Relationship Type="http://schemas.openxmlformats.org/officeDocument/2006/relationships/image" Target="/ppt/media/image.png" Id="R4fd6911cde9d4ed1" /><Relationship Type="http://schemas.openxmlformats.org/officeDocument/2006/relationships/notesSlide" Target="/ppt/notesSlides/notesSlide5.xml" Id="R62da6227336d41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435ca629fd64edb" /><Relationship Type="http://schemas.openxmlformats.org/officeDocument/2006/relationships/image" Target="/ppt/media/image5.png" Id="Refd6b6ec7c474ad6" /><Relationship Type="http://schemas.openxmlformats.org/officeDocument/2006/relationships/notesSlide" Target="/ppt/notesSlides/notesSlide6.xml" Id="R5a1ee7827e194c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0229c5e7e6dc4b1e" /><Relationship Type="http://schemas.openxmlformats.org/officeDocument/2006/relationships/image" Target="/ppt/media/image3.png" Id="R4f252536fa154508" /><Relationship Type="http://schemas.openxmlformats.org/officeDocument/2006/relationships/notesSlide" Target="/ppt/notesSlides/notesSlide7.xml" Id="Rfb87a8fe41f043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990cfba0a8e49ea" /><Relationship Type="http://schemas.openxmlformats.org/officeDocument/2006/relationships/image" Target="/ppt/media/image3.png" Id="R82e7eb7fb75e4191" /><Relationship Type="http://schemas.openxmlformats.org/officeDocument/2006/relationships/notesSlide" Target="/ppt/notesSlides/notesSlide8.xml" Id="R2169a801a23348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7cbe208edcd4c2d" /><Relationship Type="http://schemas.openxmlformats.org/officeDocument/2006/relationships/image" Target="/ppt/media/image5.png" Id="R1910e4f338cb4210" /><Relationship Type="http://schemas.openxmlformats.org/officeDocument/2006/relationships/notesSlide" Target="/ppt/notesSlides/notesSlide9.xml" Id="Ra553a2f2f5ab45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1cd7e8edd17499e" /><Relationship Type="http://schemas.openxmlformats.org/officeDocument/2006/relationships/image" Target="/ppt/media/image.png" Id="R0f46df559e38433d" /><Relationship Type="http://schemas.openxmlformats.org/officeDocument/2006/relationships/notesSlide" Target="/ppt/notesSlides/notesSlide10.xml" Id="R54c0b346625148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fb4546cb67ff4106" /><Relationship Type="http://schemas.openxmlformats.org/officeDocument/2006/relationships/image" Target="/ppt/media/image3.png" Id="R4b52d90c6a814ed8" /><Relationship Type="http://schemas.openxmlformats.org/officeDocument/2006/relationships/image" Target="/ppt/media/image6.png" Id="Rd168ed2fbb3b4b08" /><Relationship Type="http://schemas.openxmlformats.org/officeDocument/2006/relationships/notesSlide" Target="/ppt/notesSlides/notesSlide11.xml" Id="R2ebc7daa71654b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e2d916709d64610" /><Relationship Type="http://schemas.openxmlformats.org/officeDocument/2006/relationships/image" Target="/ppt/media/image5.png" Id="R0f3f1c237d464455" /><Relationship Type="http://schemas.openxmlformats.org/officeDocument/2006/relationships/notesSlide" Target="/ppt/notesSlides/notesSlide12.xml" Id="R776a8c5028ce4da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 · ROS 2 / CPU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c27eb6d042c433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3e67f9f5cff3431a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AI перебирает гипотезы, но в поезд едет только то, что прошло воспроизводимый тест. Runtime — объяснимый офлайн-гибрид геометрии и компактного ансамбля деревьев.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Капитан: Кирпа Дмитрий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Фокус: LiDAR · ML · ROS 2 · backend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Формат: AI-native R&amp;D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69 завершённых экспериментов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Контакт: github.com/KirpaDmitriy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Восстанавливаем путь по рельсам, ищем 3-D компоненты внутри габарита 2,1 × 3,0 м и отделяем их от штатной инфраструктуры. Выход: CLEAR / OBSTACLE / UNKNOWN + расстояние.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675de1f0f6d46e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«METROGUARD»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· AI R&amp;D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LiDAR / ML / backend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GitHub: KirpaDmitriy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Решение и deployment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5100d0ac38f400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ЭТА ЗАДАЧА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Один человек + AI-оркестрация: 69 завершённых экспериментов. Для каждой гипотезы заранее заданы ожидаемый эффект и условие отказа; код, метрики и артефакты сохранены.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работала команда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Ложная тревога может остановить поезд, а пропуск опасен. При этом классы предметов бесконечны. Поэтому мы проверяем физический факт: занято ли пространство движения.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Почему physics-first, а не end-to-end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Покадровой разметки нет, а кабели и платформы похожи на препятствия. Мы разделили записи целиком, добавили ray-consistent синтетику и считали false alarms на полных проездах.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Главный вызов: нет разметки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d6911cde9d4ed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1. Рельсы задают систему координат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2. Геометрия находит 3-D компоненты в габарите 2,1 × 3,0 м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3. Portable tree hybrid подавляет штатную инфраструктуру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4. CLEAR выдаётся только при достаточной наблюдаемости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5. ROS 2 / Docker / JSON, полностью офлайн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Контроль свободного габарита без эталонной карты и без каталога известных предметов. Веса входят в Docker; обучение на закрытом тесте и интернет не нужны. Любое решение можно объяснить геометрией и признаками компоненты.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Техническая суть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Практическая ценность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fd6b6ec7c474a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Пара рельсов задаёт центр, высоту и кривизну пути. Проверяется реальный габарит, а не прямой фиксированный ROI.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Компактный ансамбль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неглубоких деревьев ранжируют только найденные компоненты. 25% линейного сигнала сохраняют гладкость решения.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Безопасный отказ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CLEAR — только при наблюдаемом пути. Недостаточно данных → UNKNOWN. Сильное вторжение остаётся OBSTACLE.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252536fa15450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6 ROS 2 bag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2 488 кадров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4 минуты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Pandar128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Покадровой разметки нет. Официальные сценарии используются только как слабая пространственная подсказка.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Q&amp;A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ДВИЖЕНИЕ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≈ 10 Гц; расчёт до 85 км/ч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SPLIT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целые bag; соседние кадры не смешиваются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сначала false alarms, затем покрытие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2e7eb7fb75e41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XYZI / XYZIRT, zero-copy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Путь по рельсам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центр, высота, кривизна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Кандидаты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 внутри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Portable hybrid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25% linear + 75% trees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Safety output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state + distance + latency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ПАЙПЛАЙН: ОДИН ПРОХОД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910e4f338cb421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Тревоги на чистых проездах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· 33 / 2 287. OOD-G4: 3,28%; Linear G4: 3,54%; Geometry: 80,54%. EXP-067 · whole-bag audit.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Цена безопасности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Recall / specificity. Portable: 40,4 / 100%; Linear: 40,5 / 97,1%; Geometry: 68,0 / 89,5%. Exact-box synthetic.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Готовность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92,41 мс p95 в scorecard. Поддержаны 16-byte XYZI и 26-byte XYZIRT. 77 unit tests, 69 завершённых экспериментов. Веса внутри Docker.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ПОЧЕМУ ВЫБРАН PORTABLE HYBRID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f46df559e38433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ПРОВЕРЯЕМАЯ ГЕОМЕТРИЯ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Box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 / снаружи /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ФИЗИКУ СЕНСОРА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Пересечение с 3-D объектом заменяет только более дальний возврат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НЕ ПОДМЕНЯЕМ GROUND TRUTH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в объект попало 0–2 луча, кадр not evaluable. Официальные интервалы без масок остаются weak labels.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СИНТЕТИКА СОХРАНЯЕТ ЛУЧИ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b52d90c6a814ed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8ed2fbb3b4b08"/>
          <a:stretch xmlns:a="http://schemas.openxmlformats.org/drawingml/2006/main"/>
        </p:blipFill>
        <p:spPr>
          <a:xfrm xmlns:a="http://schemas.openxmlformats.org/drawingml/2006/main">
            <a:off x="3778252" y="1403157"/>
            <a:ext cx="4551333" cy="2560125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REAL BAG · 3 ракурса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PointCloud2 без дорисовки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HTTPS DEMO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93-77-179-211.nip.io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tree_hybrid · default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4 режима · timeline · JSON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ДЕМО: BAG → РЕШЕНИЕ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f3f1c237d46445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Сдаём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Офлайн Docker и ROS 2 node, portable-веса, web demo, 77 тестов и журнал 69 воспроизводимых экспериментов.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Не скрываем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Нет покадрового ground truth. Default минимизирует тревоги, но хуже переносится на неизвестные формы; geometry оставлена как high-recall режим.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Следующий шаг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Закрытые тоннели — без дообучения. Для пилота нужны точные extrinsics, контур состава и разметка реальных препятствий.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ГОТОВО К ПРОВЕРКЕ — НЕ К САМООБМАНУ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2026-09-29T14:47:50.4050000Z</dcterms:created>
  <dcterms:modified xsi:type="dcterms:W3CDTF">2026-09-29T14:47:50.4050000Z</dcterms:modified>
</coreProperties>
</file>