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4d14d6240c4ff3" /><Relationship Type="http://schemas.openxmlformats.org/officeDocument/2006/relationships/extended-properties" Target="/docProps/app.xml" Id="R95da965f4f7443ea" /><Relationship Type="http://schemas.openxmlformats.org/officeDocument/2006/relationships/officeDocument" Target="/ppt/presentation.xml" Id="Ra589d8b5948642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93cf2794ba4443"/>
  </p:sldMasterIdLst>
  <p:notesMasterIdLst>
    <p:notesMasterId xmlns:r="http://schemas.openxmlformats.org/officeDocument/2006/relationships" r:id="R73db3ab05e2f46db"/>
  </p:notesMasterIdLst>
  <p:sldIdLst>
    <p:sldId xmlns:r="http://schemas.openxmlformats.org/officeDocument/2006/relationships" id="256" r:id="R625e70174c6c42f3"/>
    <p:sldId xmlns:r="http://schemas.openxmlformats.org/officeDocument/2006/relationships" id="257" r:id="R2756a71ec79d4e99"/>
    <p:sldId xmlns:r="http://schemas.openxmlformats.org/officeDocument/2006/relationships" id="258" r:id="R7679afca6a6245b0"/>
    <p:sldId xmlns:r="http://schemas.openxmlformats.org/officeDocument/2006/relationships" id="259" r:id="Rbbc0683234c74a80"/>
    <p:sldId xmlns:r="http://schemas.openxmlformats.org/officeDocument/2006/relationships" id="260" r:id="R855604ecc0bb4ff6"/>
    <p:sldId xmlns:r="http://schemas.openxmlformats.org/officeDocument/2006/relationships" id="261" r:id="R79b8eca4ceb647cd"/>
    <p:sldId xmlns:r="http://schemas.openxmlformats.org/officeDocument/2006/relationships" id="262" r:id="R90dd4bd12b364e15"/>
    <p:sldId xmlns:r="http://schemas.openxmlformats.org/officeDocument/2006/relationships" id="263" r:id="R817b2dc3d8894859"/>
    <p:sldId xmlns:r="http://schemas.openxmlformats.org/officeDocument/2006/relationships" id="264" r:id="R5cc974623e754d6b"/>
    <p:sldId xmlns:r="http://schemas.openxmlformats.org/officeDocument/2006/relationships" id="265" r:id="R77db11b02f3140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79d276e0874325" /><Relationship Type="http://schemas.openxmlformats.org/officeDocument/2006/relationships/slideMaster" Target="/ppt/slideMasters/slideMaster1.xml" Id="Re693cf2794ba4443" /><Relationship Type="http://schemas.openxmlformats.org/officeDocument/2006/relationships/notesMaster" Target="/ppt/notesMasters/notesMaster1.xml" Id="R73db3ab05e2f46db" /><Relationship Type="http://schemas.openxmlformats.org/officeDocument/2006/relationships/presProps" Target="/ppt/presProps.xml" Id="R336ab445d3da4679" /><Relationship Type="http://schemas.openxmlformats.org/officeDocument/2006/relationships/viewProps" Target="/ppt/viewProps.xml" Id="R47c7a6e699194af3" /><Relationship Type="http://schemas.openxmlformats.org/officeDocument/2006/relationships/tableStyles" Target="/ppt/tableStyles.xml" Id="R426bb309579a4533" /><Relationship Type="http://schemas.openxmlformats.org/officeDocument/2006/relationships/slide" Target="/ppt/slides/slide1.xml" Id="R625e70174c6c42f3" /><Relationship Type="http://schemas.openxmlformats.org/officeDocument/2006/relationships/slide" Target="/ppt/slides/slide2.xml" Id="R2756a71ec79d4e99" /><Relationship Type="http://schemas.openxmlformats.org/officeDocument/2006/relationships/slide" Target="/ppt/slides/slide3.xml" Id="R7679afca6a6245b0" /><Relationship Type="http://schemas.openxmlformats.org/officeDocument/2006/relationships/slide" Target="/ppt/slides/slide4.xml" Id="Rbbc0683234c74a80" /><Relationship Type="http://schemas.openxmlformats.org/officeDocument/2006/relationships/slide" Target="/ppt/slides/slide5.xml" Id="R855604ecc0bb4ff6" /><Relationship Type="http://schemas.openxmlformats.org/officeDocument/2006/relationships/slide" Target="/ppt/slides/slide6.xml" Id="R79b8eca4ceb647cd" /><Relationship Type="http://schemas.openxmlformats.org/officeDocument/2006/relationships/slide" Target="/ppt/slides/slide7.xml" Id="R90dd4bd12b364e15" /><Relationship Type="http://schemas.openxmlformats.org/officeDocument/2006/relationships/slide" Target="/ppt/slides/slide8.xml" Id="R817b2dc3d8894859" /><Relationship Type="http://schemas.openxmlformats.org/officeDocument/2006/relationships/slide" Target="/ppt/slides/slide9.xml" Id="R5cc974623e754d6b" /><Relationship Type="http://schemas.openxmlformats.org/officeDocument/2006/relationships/slide" Target="/ppt/slides/slide10.xml" Id="R77db11b02f3140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c118f10b4c4b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933df173574540" /><Relationship Type="http://schemas.openxmlformats.org/officeDocument/2006/relationships/notesMaster" Target="/ppt/notesMasters/notesMaster1.xml" Id="R25c3e0b01c3543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abb55a53274a14" /><Relationship Type="http://schemas.openxmlformats.org/officeDocument/2006/relationships/notesMaster" Target="/ppt/notesMasters/notesMaster1.xml" Id="R54a96e948ed44a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af6ff586974082" /><Relationship Type="http://schemas.openxmlformats.org/officeDocument/2006/relationships/notesMaster" Target="/ppt/notesMasters/notesMaster1.xml" Id="R5e835326c3764c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ae7b46e52d4ea0" /><Relationship Type="http://schemas.openxmlformats.org/officeDocument/2006/relationships/notesMaster" Target="/ppt/notesMasters/notesMaster1.xml" Id="R90813e57e3594e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33d284d9364f52" /><Relationship Type="http://schemas.openxmlformats.org/officeDocument/2006/relationships/notesMaster" Target="/ppt/notesMasters/notesMaster1.xml" Id="R8ebe6c0870364c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263dffc55646b1" /><Relationship Type="http://schemas.openxmlformats.org/officeDocument/2006/relationships/notesMaster" Target="/ppt/notesMasters/notesMaster1.xml" Id="Rb51475f71e9645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b00448c91c44f7" /><Relationship Type="http://schemas.openxmlformats.org/officeDocument/2006/relationships/notesMaster" Target="/ppt/notesMasters/notesMaster1.xml" Id="Rc9c1a74ef94445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39cc323dcc489b" /><Relationship Type="http://schemas.openxmlformats.org/officeDocument/2006/relationships/notesMaster" Target="/ppt/notesMasters/notesMaster1.xml" Id="Refdcf903b6114c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622b72b4ae4003" /><Relationship Type="http://schemas.openxmlformats.org/officeDocument/2006/relationships/notesMaster" Target="/ppt/notesMasters/notesMaster1.xml" Id="R13d78ed1cf3c42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a4c11626214a9a" /><Relationship Type="http://schemas.openxmlformats.org/officeDocument/2006/relationships/notesMaster" Target="/ppt/notesMasters/notesMaster1.xml" Id="R54bf0d2167e64c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Кирпа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27fe21bbb14a79" /><Relationship Type="http://schemas.openxmlformats.org/officeDocument/2006/relationships/image" Target="/ppt/media/image2.png" Id="R3498f8728b3f4e4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24389fe8104c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23433c1ea34c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0a6d5fbb6a4f7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1cd3dd7aba41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d206ad27a34c6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07a73cc20444a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05a770c3f47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e8aa41face4bb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e1e0693ffe4d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e1485dff24e6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21ab1e1b2431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a9b44f4f2b4ab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071dc83fa48e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ccaa6139ed4834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62bb7f48d499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1bdf10e3a9498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6451aeea8462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8151ce9ed8452f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c9522b48ec463a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5c8e6959914fb8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a5707a8534348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fbeccc9c6746e2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3498f8728b3f4e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62c6a89e6b8341ef" /><Relationship Type="http://schemas.openxmlformats.org/officeDocument/2006/relationships/theme" Target="/ppt/slideMasters/theme/theme2.xml" Id="Rcf2df4b2e2d149e4" /><Relationship Type="http://schemas.openxmlformats.org/officeDocument/2006/relationships/slideLayout" Target="/ppt/slideLayouts/slideLayout1.xml" Id="R2739e6dd5e7f4ce4" /><Relationship Type="http://schemas.openxmlformats.org/officeDocument/2006/relationships/slideLayout" Target="/ppt/slideLayouts/slideLayout2.xml" Id="Ra4d946c647ee4525" /><Relationship Type="http://schemas.openxmlformats.org/officeDocument/2006/relationships/slideLayout" Target="/ppt/slideLayouts/slideLayout3.xml" Id="R9fb6d861e3ae4b5d" /><Relationship Type="http://schemas.openxmlformats.org/officeDocument/2006/relationships/slideLayout" Target="/ppt/slideLayouts/slideLayout4.xml" Id="R7d24d907e21b48d3" /><Relationship Type="http://schemas.openxmlformats.org/officeDocument/2006/relationships/slideLayout" Target="/ppt/slideLayouts/slideLayout5.xml" Id="R848c2c78251b47b7" /><Relationship Type="http://schemas.openxmlformats.org/officeDocument/2006/relationships/slideLayout" Target="/ppt/slideLayouts/slideLayout6.xml" Id="Rdefbd6a51ae74e1a" /><Relationship Type="http://schemas.openxmlformats.org/officeDocument/2006/relationships/slideLayout" Target="/ppt/slideLayouts/slideLayout7.xml" Id="R6f66c5c2a4a14fd6" /><Relationship Type="http://schemas.openxmlformats.org/officeDocument/2006/relationships/slideLayout" Target="/ppt/slideLayouts/slideLayout8.xml" Id="Rd66b489c6f504e18" /><Relationship Type="http://schemas.openxmlformats.org/officeDocument/2006/relationships/slideLayout" Target="/ppt/slideLayouts/slideLayout9.xml" Id="R5e59dca9c8d9473c" /><Relationship Type="http://schemas.openxmlformats.org/officeDocument/2006/relationships/slideLayout" Target="/ppt/slideLayouts/slideLayout10.xml" Id="R19d96613d38f40c1" /><Relationship Type="http://schemas.openxmlformats.org/officeDocument/2006/relationships/slideLayout" Target="/ppt/slideLayouts/slideLayout11.xml" Id="R633a7db566a24667" /><Relationship Type="http://schemas.openxmlformats.org/officeDocument/2006/relationships/slideLayout" Target="/ppt/slideLayouts/slideLayout12.xml" Id="Rda6274aae12c4c70" /><Relationship Type="http://schemas.openxmlformats.org/officeDocument/2006/relationships/slideLayout" Target="/ppt/slideLayouts/slideLayout13.xml" Id="R1761604bc8304c8a" /><Relationship Type="http://schemas.openxmlformats.org/officeDocument/2006/relationships/slideLayout" Target="/ppt/slideLayouts/slideLayout14.xml" Id="R8680f694996f49ef" /><Relationship Type="http://schemas.openxmlformats.org/officeDocument/2006/relationships/slideLayout" Target="/ppt/slideLayouts/slideLayout15.xml" Id="Ra9ee200bee514552" /><Relationship Type="http://schemas.openxmlformats.org/officeDocument/2006/relationships/slideLayout" Target="/ppt/slideLayouts/slideLayout16.xml" Id="Rf3386edeedeb4724" /><Relationship Type="http://schemas.openxmlformats.org/officeDocument/2006/relationships/slideLayout" Target="/ppt/slideLayouts/slideLayout17.xml" Id="R5d955cc1f6dc4700" /><Relationship Type="http://schemas.openxmlformats.org/officeDocument/2006/relationships/slideLayout" Target="/ppt/slideLayouts/slideLayout18.xml" Id="R020be83f4dbf449c" /><Relationship Type="http://schemas.openxmlformats.org/officeDocument/2006/relationships/slideLayout" Target="/ppt/slideLayouts/slideLayout19.xml" Id="Re534462a047443f0" /><Relationship Type="http://schemas.openxmlformats.org/officeDocument/2006/relationships/slideLayout" Target="/ppt/slideLayouts/slideLayout20.xml" Id="R971ccd70a7fb49b5" /><Relationship Type="http://schemas.openxmlformats.org/officeDocument/2006/relationships/slideLayout" Target="/ppt/slideLayouts/slideLayout21.xml" Id="R74033d14e19e485e" /><Relationship Type="http://schemas.openxmlformats.org/officeDocument/2006/relationships/slideLayout" Target="/ppt/slideLayouts/slideLayout22.xml" Id="Rbb80425c73df4f5f" /><Relationship Type="http://schemas.openxmlformats.org/officeDocument/2006/relationships/slideLayout" Target="/ppt/slideLayouts/slideLayout23.xml" Id="R67b8520efa484500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2c6a89e6b8341e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39e6dd5e7f4ce4"/>
    <p:sldLayoutId xmlns:r="http://schemas.openxmlformats.org/officeDocument/2006/relationships" id="2147483650" r:id="Ra4d946c647ee4525"/>
    <p:sldLayoutId xmlns:r="http://schemas.openxmlformats.org/officeDocument/2006/relationships" id="2147483651" r:id="R9fb6d861e3ae4b5d"/>
    <p:sldLayoutId xmlns:r="http://schemas.openxmlformats.org/officeDocument/2006/relationships" id="2147483652" r:id="R7d24d907e21b48d3"/>
    <p:sldLayoutId xmlns:r="http://schemas.openxmlformats.org/officeDocument/2006/relationships" id="2147483653" r:id="R848c2c78251b47b7"/>
    <p:sldLayoutId xmlns:r="http://schemas.openxmlformats.org/officeDocument/2006/relationships" id="2147483654" r:id="Rdefbd6a51ae74e1a"/>
    <p:sldLayoutId xmlns:r="http://schemas.openxmlformats.org/officeDocument/2006/relationships" id="2147483655" r:id="R6f66c5c2a4a14fd6"/>
    <p:sldLayoutId xmlns:r="http://schemas.openxmlformats.org/officeDocument/2006/relationships" id="2147483656" r:id="Rd66b489c6f504e18"/>
    <p:sldLayoutId xmlns:r="http://schemas.openxmlformats.org/officeDocument/2006/relationships" id="2147483657" r:id="R5e59dca9c8d9473c"/>
    <p:sldLayoutId xmlns:r="http://schemas.openxmlformats.org/officeDocument/2006/relationships" id="2147483658" r:id="R19d96613d38f40c1"/>
    <p:sldLayoutId xmlns:r="http://schemas.openxmlformats.org/officeDocument/2006/relationships" id="2147483659" r:id="R633a7db566a24667"/>
    <p:sldLayoutId xmlns:r="http://schemas.openxmlformats.org/officeDocument/2006/relationships" id="2147483660" r:id="Rda6274aae12c4c70"/>
    <p:sldLayoutId xmlns:r="http://schemas.openxmlformats.org/officeDocument/2006/relationships" id="2147483661" r:id="R1761604bc8304c8a"/>
    <p:sldLayoutId xmlns:r="http://schemas.openxmlformats.org/officeDocument/2006/relationships" id="2147483662" r:id="R8680f694996f49ef"/>
    <p:sldLayoutId xmlns:r="http://schemas.openxmlformats.org/officeDocument/2006/relationships" id="2147483663" r:id="Ra9ee200bee514552"/>
    <p:sldLayoutId xmlns:r="http://schemas.openxmlformats.org/officeDocument/2006/relationships" id="2147483664" r:id="Rf3386edeedeb4724"/>
    <p:sldLayoutId xmlns:r="http://schemas.openxmlformats.org/officeDocument/2006/relationships" id="2147483665" r:id="R5d955cc1f6dc4700"/>
    <p:sldLayoutId xmlns:r="http://schemas.openxmlformats.org/officeDocument/2006/relationships" id="2147483666" r:id="R020be83f4dbf449c"/>
    <p:sldLayoutId xmlns:r="http://schemas.openxmlformats.org/officeDocument/2006/relationships" id="2147483667" r:id="Re534462a047443f0"/>
    <p:sldLayoutId xmlns:r="http://schemas.openxmlformats.org/officeDocument/2006/relationships" id="2147483668" r:id="R971ccd70a7fb49b5"/>
    <p:sldLayoutId xmlns:r="http://schemas.openxmlformats.org/officeDocument/2006/relationships" id="2147483669" r:id="R74033d14e19e485e"/>
    <p:sldLayoutId xmlns:r="http://schemas.openxmlformats.org/officeDocument/2006/relationships" id="2147483670" r:id="Rbb80425c73df4f5f"/>
    <p:sldLayoutId xmlns:r="http://schemas.openxmlformats.org/officeDocument/2006/relationships" id="2147483671" r:id="R67b8520efa484500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80117d31f42bb" /><Relationship Type="http://schemas.openxmlformats.org/officeDocument/2006/relationships/notesSlide" Target="/ppt/notesSlides/notesSlide1.xml" Id="R20e81447a05e48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204d8db3794282" /><Relationship Type="http://schemas.openxmlformats.org/officeDocument/2006/relationships/image" Target="/ppt/media/image3.png" Id="R94c037e623944d03" /><Relationship Type="http://schemas.openxmlformats.org/officeDocument/2006/relationships/image" Target="/ppt/media/image4.png" Id="R256d64d0d30c4885" /><Relationship Type="http://schemas.openxmlformats.org/officeDocument/2006/relationships/notesSlide" Target="/ppt/notesSlides/notesSlide2.xml" Id="R5ff0a823c28449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d4b619373a4a3a" /><Relationship Type="http://schemas.openxmlformats.org/officeDocument/2006/relationships/image" Target="/ppt/media/image.png" Id="R8d124dfd1c7a4d44" /><Relationship Type="http://schemas.openxmlformats.org/officeDocument/2006/relationships/image" Target="/ppt/media/image5.png" Id="R6ba540cac58d472a" /><Relationship Type="http://schemas.openxmlformats.org/officeDocument/2006/relationships/notesSlide" Target="/ppt/notesSlides/notesSlide3.xml" Id="R9a43613208d046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99350499514463" /><Relationship Type="http://schemas.openxmlformats.org/officeDocument/2006/relationships/image" Target="/ppt/media/image6.png" Id="R0e9e27b04e9645c5" /><Relationship Type="http://schemas.openxmlformats.org/officeDocument/2006/relationships/notesSlide" Target="/ppt/notesSlides/notesSlide4.xml" Id="Rfb43d6e35a344b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8f1ee7fee8d4ff7" /><Relationship Type="http://schemas.openxmlformats.org/officeDocument/2006/relationships/image" Target="/ppt/media/image.png" Id="Rbb917661c295421f" /><Relationship Type="http://schemas.openxmlformats.org/officeDocument/2006/relationships/notesSlide" Target="/ppt/notesSlides/notesSlide5.xml" Id="R8b8b1e43a6f14a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808efe8b27942ae" /><Relationship Type="http://schemas.openxmlformats.org/officeDocument/2006/relationships/image" Target="/ppt/media/image6.png" Id="R290cc435a5fa40a2" /><Relationship Type="http://schemas.openxmlformats.org/officeDocument/2006/relationships/notesSlide" Target="/ppt/notesSlides/notesSlide6.xml" Id="Rabaf97ac7d864d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ef1824a94f4c4f36" /><Relationship Type="http://schemas.openxmlformats.org/officeDocument/2006/relationships/image" Target="/ppt/media/image3.png" Id="Rf0df5f083c9843d7" /><Relationship Type="http://schemas.openxmlformats.org/officeDocument/2006/relationships/notesSlide" Target="/ppt/notesSlides/notesSlide7.xml" Id="Ra0c6a933c46144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0f31e7629034b7a" /><Relationship Type="http://schemas.openxmlformats.org/officeDocument/2006/relationships/image" Target="/ppt/media/image3.png" Id="Rfc2661594fed4bdf" /><Relationship Type="http://schemas.openxmlformats.org/officeDocument/2006/relationships/notesSlide" Target="/ppt/notesSlides/notesSlide8.xml" Id="Rb4fb9ed5772f4f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41c7b3dfd74d29" /><Relationship Type="http://schemas.openxmlformats.org/officeDocument/2006/relationships/image" Target="/ppt/media/image6.png" Id="R721ed82db6a24d36" /><Relationship Type="http://schemas.openxmlformats.org/officeDocument/2006/relationships/notesSlide" Target="/ppt/notesSlides/notesSlide9.xml" Id="R0213fc31b6b645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882ddc1a9d7640aa" /><Relationship Type="http://schemas.openxmlformats.org/officeDocument/2006/relationships/image" Target="/ppt/media/image.png" Id="R4d015e9dccda4c13" /><Relationship Type="http://schemas.openxmlformats.org/officeDocument/2006/relationships/notesSlide" Target="/ppt/notesSlides/notesSlide10.xml" Id="R8461d20ffd4543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4c037e623944d0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3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256d64d0d30c4885"/>
          <a:srcRect xmlns:a="http://schemas.openxmlformats.org/drawingml/2006/main" l="2204" t="0" r="22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Что сделали: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Геометрический контур фиксирует вторжение в габарит. Ансамбль деревьев оценивает форму, плотность и положение объекта и отсекает элементы тоннеля. На выходе — состояние пути и расстояние до ближайшего препятствия.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Результат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принимается решение: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6656A2-BFB2-43F3-9AFE-5CC3E771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43350"/>
            <a:ext cx="5286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1,44% тревожных кадров</a:t>
            </a:r>
          </a:p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100% специфичности на тестах с точной разметкой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61D39-40A3-4393-95D7-1688B177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05375"/>
            <a:ext cx="5286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1C1D22"/>
                </a:solidFill>
              </a:defRPr>
            </a:pPr>
            <a:r>
              <a:rPr sz="1275" b="0" i="1">
                <a:solidFill>
                  <a:srgbClr val="1C1D22"/>
                </a:solidFill>
              </a:rPr>
              <a:t>Режим по умолчанию: ансамбль из 100 деревьев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d124dfd1c7a4d4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285750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RL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Юрий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AI-native команда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762000" y="3905250"/>
            <a:ext cx="2857500" cy="142875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540cac58d472a"/>
          <a:stretch xmlns:a="http://schemas.openxmlformats.org/drawingml/2006/main"/>
        </p:blipFill>
        <p:spPr>
          <a:xfrm xmlns:a="http://schemas.openxmlformats.org/drawingml/2006/main">
            <a:off x="8810625" y="1763713"/>
            <a:ext cx="2381250" cy="15875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16C26A-7D05-4DE5-8856-8F807D7F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ДК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56B0E-7616-4956-8CFD-090799BB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ЮК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3CE0F62-6B85-4631-B8E2-1FCEADBB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6931"/>
          </a:bodyPr>
          <a:lstStyle xmlns:a="http://schemas.openxmlformats.org/drawingml/2006/main"/>
          <a:p xmlns:a="http://schemas.openxmlformats.org/drawingml/2006/main">
            <a:pPr algn="l">
              <a:defRPr sz="1238" b="1" i="0">
                <a:solidFill>
                  <a:srgbClr val="1C1D22"/>
                </a:solidFill>
              </a:defRPr>
            </a:pPr>
            <a:r>
              <a:rPr sz="1238" b="1" i="0">
                <a:solidFill>
                  <a:srgbClr val="1C1D22"/>
                </a:solidFill>
              </a:rPr>
              <a:t>Человек + агенты: складываем сильные стороны.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0CF7BAD-AAAC-4AFB-A7E2-ED34E281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85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1C1D22"/>
                </a:solidFill>
              </a:defRPr>
            </a:pPr>
            <a:r>
              <a:rPr sz="1163" b="0" i="0">
                <a:solidFill>
                  <a:srgbClr val="1C1D22"/>
                </a:solidFill>
              </a:rPr>
              <a:t>Мы задаём направление, критерии качества и принимаем решения. Агенты помогают исследовать варианты, писать код и проводить эксперименты.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12323B-EB7D-4EC9-A85E-60FD5CF2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435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 i="1">
                <a:solidFill>
                  <a:srgbClr val="520977"/>
                </a:solidFill>
              </a:defRPr>
            </a:pPr>
            <a:r>
              <a:rPr sz="1013" b="0" i="1">
                <a:solidFill>
                  <a:srgbClr val="520977"/>
                </a:solidFill>
              </a:rPr>
              <a:t>dikiydiamond@yandex.ru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e9e27b04e9645c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После LLM нас больше всего интересуют системы, которые воспринимают физический мир и действуют в нём. Мы используем каждую возможность развивать этот навык.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Робототехника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Облака точек, ROS 2, синтетические препятствия и измеримые ошибки дают пространство для настоящих экспериментов.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Поработать с LiDAR и метриками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Мы хотели измерить, на что способна связка людей и агентных команд, когда работа распределена по сильным сторонам и у каждого результата есть проверяемый критерий.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Проверить AI-native процесс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b917661c295421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НАХОДИМ ПРЕПЯТСТВИЕ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3 ТИПА ОТВЕТА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B82AA7-2741-4797-B956-19660C9C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D9BFB2-FAD4-4AD6-9005-D816D725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По двум рельсовым нитям восстанавливаем центр, высоту и поворот пути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88065C-393E-454D-8FD8-081C4810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09BD2D-F610-4C9D-92E4-62B70BD9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Строим габарит 2,1 × 3,0 м вдоль найденной траектории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11F9E3-5E7F-4F14-A738-E2EB2409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E6719-13ED-4647-85E0-D3418460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Объединяем точки внутри габарита в связные компоненты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1AC0C1-BF0B-410F-BF0D-9F6A81D3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310E02-1A16-42AA-9AC6-BE7FEA8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Extra Trees: 100 деревьев оценивают форму, плотность и положение кандидата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83D6AD-1F72-4587-B0B5-8FE094F1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E0EA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ПРЕПЯТСТВИЕ — объект подтверждён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FE9C17-6287-401F-9250-B9AD7411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7EF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ПУТЬ СВОБОДЕН — габарит виден и пуст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A9C3C9-46C9-4B61-BEC1-A6331D82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D6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НЕДОСТАТОЧНО ДАННЫХ — зона пути видна 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361963-1FB8-4CF4-9CF4-444A3FC1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714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На CPU, без карты тоннеля и дообучения.</a:t>
            </a:r>
          </a:p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В демо видны габарит, компоненты и расстояние до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90cc435a5fa40a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Optional[Память маршрута]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Если есть чистая запись знакомого участка, текущий кадр сравнивается с кадром из той же точки маршрута. Новые объекты выделяются как изменения. В новом тоннеле режим выключен.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0df5f083c9843d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 записей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2 488 кадров · ≈ 4 минуты · 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тоннели, платформа, гермозатвор и стрелка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ОБУЧЕНИЕ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Чистые проезды + наши 3D-препятствия, вставленные в реальные направления лучей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ВАЛИДАЦИЯ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Откладывали целые записи, не соседние кадры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ТЕСТ ОТ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Отдельная синтетическая сцена: объекты внутри, снаружи и над габаритом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РАЗДЕЛЕНИЕ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обучение и валидация на разных записях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НАША СИНТЕТИКА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реальные лучи и корректное перекрытие тоннеля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СИНТЕТИКА ОТ ОРГАНИЗАТОРОВ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отдельный тест, не использовалась в обучении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c2661594fed4bd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Читаем 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XYZI / XYZIRT; шаг точки 16 или 26 байт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Находим рельсы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 пути, высота и поворот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Строим габарит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2,1 × 3,0 м вдоль кривой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Собираем кандидатов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компоненты, признаки и Extra Trees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Возвращаем результат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статус, расстояние и компоненты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21ed82db6a24d3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 для полноты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68,0% — точные объекты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90,6% — незнакомые формы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Минус: много лишних тревог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 для снижения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100% специфичности на точных тестах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Режим по умолчанию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Сравнение проездов для знакомого маршрута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Чистый кадр из той же позиции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полноты на 376 парах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Только для знакомого маршрута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d015e9dccda4c1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ПРОВЕРЯЕМ, ВИДЕН ЛИ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объект дал 0–2 отражения, лидар его почти не видел — такой кадр не считаем отдельным примером. Интервалы без точной разметки оцениваем целиком.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2026-09-29T17:54:31.8860000Z</dcterms:created>
  <dcterms:modified xsi:type="dcterms:W3CDTF">2026-09-29T17:54:31.8860000Z</dcterms:modified>
</coreProperties>
</file>